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72" d="100"/>
          <a:sy n="72" d="100"/>
        </p:scale>
        <p:origin x="660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545DE9-AF6D-4205-AAD1-402443BB8A3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B25361B-CF1E-4260-BAC6-82FC0C886F5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5653EB8-76F9-4AE8-B8E7-07717A6771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62F427-F0F2-4842-BFFF-5EC8C257D388}" type="datetimeFigureOut">
              <a:rPr lang="en-US" smtClean="0"/>
              <a:t>7/14/2021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FE081D-7F1D-4396-B4C9-2423DDE821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A2715C-9FDD-4145-9ABB-62F79CEA7F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E23AAD-230A-464C-A0DA-822E795DAF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447724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2BB230-23BC-4DD6-B36D-D63FCFA60E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51D518-839C-4DEA-9326-4C86DD5A5BC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104BE12-336A-4651-AA55-AB47DB4A74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62F427-F0F2-4842-BFFF-5EC8C257D388}" type="datetimeFigureOut">
              <a:rPr lang="en-US" smtClean="0"/>
              <a:t>7/14/2021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ACFCBD-DC2F-4C62-B46B-7616A464F3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05820D2-CB5F-4BB3-8006-329F22E07C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E23AAD-230A-464C-A0DA-822E795DAF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13979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E2E1BD-FCF7-4250-9AD4-97D4461B69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55B470B-D95F-4D1D-9F70-7DD5AA3F0D6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B77F32-7043-4416-A637-B11562295F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62F427-F0F2-4842-BFFF-5EC8C257D388}" type="datetimeFigureOut">
              <a:rPr lang="en-US" smtClean="0"/>
              <a:t>7/14/2021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56A5F97-4CA0-4A29-B190-FEF8D4B9C4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7294CD-C24F-4A27-A39A-325E7A1560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E23AAD-230A-464C-A0DA-822E795DAF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556331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8E8802-E566-45EB-B223-CB8FAAC3F2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1AC66D-7069-4192-9B23-5CCBD25DAA9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2228043-2D62-4AB9-AB02-FF1DF8900B9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8D87071-519A-4C0A-AB81-6D38244CF0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62F427-F0F2-4842-BFFF-5EC8C257D388}" type="datetimeFigureOut">
              <a:rPr lang="en-US" smtClean="0"/>
              <a:t>7/14/2021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EA3C5FA-712D-4816-B3CE-3977AA68D8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659C853-B754-45F5-AB03-4AE4459D33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E23AAD-230A-464C-A0DA-822E795DAF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428383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14BAE9-0C8A-44F3-AB19-2E4AB0A402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602A621-0AF8-4A30-AC00-03D418111D1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D8CDAC9-25AD-43C5-914C-DA9CBC95538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C40F451-2EF6-463D-8599-AC91F625258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8176B78-176E-4BFC-A08C-DEFA7265ACA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CD5B0B1-A829-4B0A-A5B2-1F9AA042B7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62F427-F0F2-4842-BFFF-5EC8C257D388}" type="datetimeFigureOut">
              <a:rPr lang="en-US" smtClean="0"/>
              <a:t>7/14/2021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1975550-9687-46CB-BC3A-46BBAA8194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A374321-36CA-4E8B-8E55-4BCA4516B5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E23AAD-230A-464C-A0DA-822E795DAF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738984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F76B03-F804-4B9F-9631-04386EAFF3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2D22079-F87D-475A-8CBC-F9449441AC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62F427-F0F2-4842-BFFF-5EC8C257D388}" type="datetimeFigureOut">
              <a:rPr lang="en-US" smtClean="0"/>
              <a:t>7/14/2021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CB591CF-68E0-46A9-A62E-5478D230EA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BA78DD5-0FC5-4980-B223-A487B4B8E3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E23AAD-230A-464C-A0DA-822E795DAF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40511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2BB2AC1-ADC6-4B85-95F6-BBF6C6CF85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62F427-F0F2-4842-BFFF-5EC8C257D388}" type="datetimeFigureOut">
              <a:rPr lang="en-US" smtClean="0"/>
              <a:t>7/14/2021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3730691-7C6E-4259-9A5C-B8109B9153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161A852-9DF4-4E6B-9EB0-C084B0056F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E23AAD-230A-464C-A0DA-822E795DAF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257568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AF6140-F467-4F30-95C5-7A717073E2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AD1C83-9DC6-45C7-835B-CE82B51BB62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109D517-727C-41D8-B13D-EC6BB275A7F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F360CF1-9064-4BBB-AE1C-A540D4A629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62F427-F0F2-4842-BFFF-5EC8C257D388}" type="datetimeFigureOut">
              <a:rPr lang="en-US" smtClean="0"/>
              <a:t>7/14/2021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C5D4D54-27A9-4206-8029-11D7A3CBBA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EC42D2D-FC52-4DA9-8F41-D5B390CC5C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E23AAD-230A-464C-A0DA-822E795DAF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678822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E6572A-D615-4320-97F9-D6BF027928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29CD8E9-C63F-4F1F-8C2E-B39A6FDF269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7CDA1C2-71C2-4FB6-8E4E-60BD610FCC6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D31A2E0-A0CF-4D5D-9E45-1D23D6256B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62F427-F0F2-4842-BFFF-5EC8C257D388}" type="datetimeFigureOut">
              <a:rPr lang="en-US" smtClean="0"/>
              <a:t>7/14/2021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0ADA265-941A-4E4B-BC7E-3945A79180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186D72D-8BF3-4C46-BC29-6D888FEB60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E23AAD-230A-464C-A0DA-822E795DAF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46423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817ACC-4208-425F-8125-A2CA2D2C37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8D06ED1-A0F6-4216-A145-B5D99337F76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F06A08B-E12B-4E28-B0DD-551C77F8FE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62F427-F0F2-4842-BFFF-5EC8C257D388}" type="datetimeFigureOut">
              <a:rPr lang="en-US" smtClean="0"/>
              <a:t>7/14/2021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76D1620-DA84-4548-8CDD-ABE9AF9B87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312DF41-EA66-4E4D-AE9A-8E7FD785DA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E23AAD-230A-464C-A0DA-822E795DAF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942720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923AB25-DCA7-4A7B-853B-731175D8535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4FA6204-0494-4D08-AEBC-67C7D5A0BC4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2442F49-73D5-4DFE-A4C5-358CBE70F5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62F427-F0F2-4842-BFFF-5EC8C257D388}" type="datetimeFigureOut">
              <a:rPr lang="en-US" smtClean="0"/>
              <a:t>7/14/2021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E7CC640-A464-48AF-AD36-298E7316A1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46E015F-1378-49DA-A8CA-42BD9B3F53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E23AAD-230A-464C-A0DA-822E795DAF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76737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3A750D9-6234-430A-B03A-22E53E7283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AB510EB-10E9-457C-8F99-AEF5291220A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1199890-475C-4B4A-B9ED-307C38F5BF6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162F427-F0F2-4842-BFFF-5EC8C257D388}" type="datetimeFigureOut">
              <a:rPr lang="en-US" smtClean="0"/>
              <a:t>7/14/2021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546CC0B-C199-4373-B7EB-FC32F59AE59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065503-E2D0-4C44-BD4D-3B0E0B0F7EE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BE23AAD-230A-464C-A0DA-822E795DAF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74601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piece of paper with writing on it&#10;&#10;Description automatically generated with medium confidence">
            <a:extLst>
              <a:ext uri="{FF2B5EF4-FFF2-40B4-BE49-F238E27FC236}">
                <a16:creationId xmlns:a16="http://schemas.microsoft.com/office/drawing/2014/main" id="{2FDB41AA-1C32-4393-B617-EFC3A676B7F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24821" y="0"/>
            <a:ext cx="4942358" cy="6858000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95CFBB29-F813-4B73-8977-C0605650DCC8}"/>
                  </a:ext>
                </a:extLst>
              </p:cNvPr>
              <p:cNvSpPr txBox="1"/>
              <p:nvPr/>
            </p:nvSpPr>
            <p:spPr>
              <a:xfrm>
                <a:off x="3803373" y="6082748"/>
                <a:ext cx="3776870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𝛼</m:t>
                        </m:r>
                      </m:e>
                      <m:sub>
                        <m:r>
                          <a:rPr lang="en-US" sz="24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𝑡h</m:t>
                        </m:r>
                      </m:sub>
                    </m:sSub>
                  </m:oMath>
                </a14:m>
                <a:r>
                  <a:rPr lang="en-US" sz="2400" dirty="0">
                    <a:solidFill>
                      <a:srgbClr val="FF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of Cu = 0.00428 /C</a:t>
                </a:r>
                <a:r>
                  <a:rPr lang="en-US" sz="2400" baseline="30000" dirty="0">
                    <a:solidFill>
                      <a:srgbClr val="FF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0</a:t>
                </a:r>
              </a:p>
            </p:txBody>
          </p:sp>
        </mc:Choice>
        <mc:Fallback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95CFBB29-F813-4B73-8977-C0605650DCC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03373" y="6082748"/>
                <a:ext cx="3776870" cy="461665"/>
              </a:xfrm>
              <a:prstGeom prst="rect">
                <a:avLst/>
              </a:prstGeom>
              <a:blipFill>
                <a:blip r:embed="rId3"/>
                <a:stretch>
                  <a:fillRect t="-9211" b="-3026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91150019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91</TotalTime>
  <Words>7</Words>
  <Application>Microsoft Office PowerPoint</Application>
  <PresentationFormat>Widescreen</PresentationFormat>
  <Paragraphs>1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Arial</vt:lpstr>
      <vt:lpstr>Calibri</vt:lpstr>
      <vt:lpstr>Calibri Light</vt:lpstr>
      <vt:lpstr>Cambria Math</vt:lpstr>
      <vt:lpstr>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Dr. Md. Nurul Kabir Bhuiyan</dc:creator>
  <cp:lastModifiedBy>Dr. Md. Nurul Kabir Bhuiyan</cp:lastModifiedBy>
  <cp:revision>3</cp:revision>
  <dcterms:created xsi:type="dcterms:W3CDTF">2021-07-14T08:20:27Z</dcterms:created>
  <dcterms:modified xsi:type="dcterms:W3CDTF">2021-07-14T10:20:14Z</dcterms:modified>
</cp:coreProperties>
</file>