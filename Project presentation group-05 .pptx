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84" r:id="rId5"/>
    <p:sldMasterId id="2147483696" r:id="rId6"/>
    <p:sldMasterId id="2147483708" r:id="rId7"/>
    <p:sldMasterId id="2147483720" r:id="rId8"/>
  </p:sldMasterIdLst>
  <p:notesMasterIdLst>
    <p:notesMasterId r:id="rId19"/>
  </p:notesMasterIdLst>
  <p:sldIdLst>
    <p:sldId id="313" r:id="rId9"/>
    <p:sldId id="604" r:id="rId10"/>
    <p:sldId id="611" r:id="rId11"/>
    <p:sldId id="605" r:id="rId12"/>
    <p:sldId id="606" r:id="rId13"/>
    <p:sldId id="607" r:id="rId14"/>
    <p:sldId id="608" r:id="rId15"/>
    <p:sldId id="609" r:id="rId16"/>
    <p:sldId id="610" r:id="rId17"/>
    <p:sldId id="603" r:id="rId18"/>
  </p:sldIdLst>
  <p:sldSz cx="9144000" cy="6858000" type="screen4x3"/>
  <p:notesSz cx="6858000" cy="9144000"/>
  <p:defaultTextStyle>
    <a:defPPr>
      <a:defRPr lang="ja-JP"/>
    </a:defPPr>
    <a:lvl1pPr algn="l"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1F0D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31"/>
    <p:restoredTop sz="77406" autoAdjust="0"/>
  </p:normalViewPr>
  <p:slideViewPr>
    <p:cSldViewPr snapToGrid="0">
      <p:cViewPr>
        <p:scale>
          <a:sx n="80" d="100"/>
          <a:sy n="80" d="100"/>
        </p:scale>
        <p:origin x="1699" y="14"/>
      </p:cViewPr>
      <p:guideLst>
        <p:guide orient="horz" pos="2160"/>
        <p:guide pos="2880"/>
      </p:guideLst>
    </p:cSldViewPr>
  </p:slideViewPr>
  <p:notesTextViewPr>
    <p:cViewPr>
      <p:scale>
        <a:sx n="1" d="1"/>
        <a:sy n="1" d="1"/>
      </p:scale>
      <p:origin x="0" y="-97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3C889D-9EBD-4557-A854-C4A5BFA0BA58}" type="datetimeFigureOut">
              <a:rPr lang="en-US" smtClean="0"/>
              <a:t>6/1/2025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B59BE-046B-4B0B-8C7C-7FB65C8A2F1B}" type="slidenum">
              <a:rPr lang="en-US" smtClean="0"/>
              <a:t>‹#›</a:t>
            </a:fld>
            <a:endParaRPr lang="en-US"/>
          </a:p>
        </p:txBody>
      </p:sp>
    </p:spTree>
    <p:extLst>
      <p:ext uri="{BB962C8B-B14F-4D97-AF65-F5344CB8AC3E}">
        <p14:creationId xmlns:p14="http://schemas.microsoft.com/office/powerpoint/2010/main" val="3901211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latin typeface="-apple-system"/>
              </a:rPr>
              <a:t>"Now I’ll explain the methodology behind our Automatic Streetlight System.</a:t>
            </a:r>
          </a:p>
          <a:p>
            <a:r>
              <a:rPr lang="en-US" dirty="0">
                <a:effectLst/>
                <a:latin typeface="-apple-system"/>
              </a:rPr>
              <a:t> </a:t>
            </a:r>
          </a:p>
          <a:p>
            <a:r>
              <a:rPr lang="en-US" dirty="0">
                <a:effectLst/>
                <a:latin typeface="-apple-system"/>
              </a:rPr>
              <a:t>First, we have the Light Sensing component. This is handled by an LDR, or Light Dependent Resistor. The LDR detects the surrounding light intensity and generates a voltage signal. As the light level drops—like during evening or in darkness—the voltage across the LDR decreases.</a:t>
            </a:r>
          </a:p>
          <a:p>
            <a:r>
              <a:rPr lang="en-US" dirty="0">
                <a:effectLst/>
                <a:latin typeface="-apple-system"/>
              </a:rPr>
              <a:t> </a:t>
            </a:r>
          </a:p>
          <a:p>
            <a:r>
              <a:rPr lang="en-US" dirty="0">
                <a:effectLst/>
                <a:latin typeface="-apple-system"/>
              </a:rPr>
              <a:t>Second, we use Transistor Switching to respond to the LDR signal. The transistor we’ve used is a BC547A. It acts like an electronic switch. When it receives the low voltage signal from the LDR, it turns ON. This happens through a voltage divider circuit that controls the transistor’s base.</a:t>
            </a:r>
          </a:p>
          <a:p>
            <a:r>
              <a:rPr lang="en-US" dirty="0">
                <a:effectLst/>
                <a:latin typeface="-apple-system"/>
              </a:rPr>
              <a:t> </a:t>
            </a:r>
          </a:p>
          <a:p>
            <a:r>
              <a:rPr lang="en-US" dirty="0">
                <a:effectLst/>
                <a:latin typeface="-apple-system"/>
              </a:rPr>
              <a:t>Third, we get to LED Activation. When the transistor turns ON due to low light, it allows current to flow to the LED, which then lights up. So in darkness, the LED is ON. But in bright light, the transistor stays OFF, and the LED remains OFF too.</a:t>
            </a:r>
          </a:p>
          <a:p>
            <a:r>
              <a:rPr lang="en-US" dirty="0">
                <a:effectLst/>
                <a:latin typeface="-apple-system"/>
              </a:rPr>
              <a:t> </a:t>
            </a:r>
          </a:p>
          <a:p>
            <a:r>
              <a:rPr lang="en-US" dirty="0">
                <a:effectLst/>
                <a:latin typeface="-apple-system"/>
              </a:rPr>
              <a:t>Finally, for Testing, we tested our circuit in various lighting environments—like daylight, shade, and complete darkness—to make sure the LED responds correctly. The goal was to ensure that the LED only turns ON when there's not enough light.</a:t>
            </a:r>
          </a:p>
          <a:p>
            <a:r>
              <a:rPr lang="en-US" dirty="0">
                <a:effectLst/>
                <a:latin typeface="-apple-system"/>
              </a:rPr>
              <a:t> </a:t>
            </a:r>
          </a:p>
          <a:p>
            <a:r>
              <a:rPr lang="en-US" dirty="0">
                <a:effectLst/>
                <a:latin typeface="-apple-system"/>
              </a:rPr>
              <a:t>As you can see in Figure 2, the LED is OFF in daylight, and in Figure 3, the LED turns ON in darkness—demonstrating the circuit works as expected."</a:t>
            </a:r>
          </a:p>
          <a:p>
            <a:r>
              <a:rPr lang="en-US">
                <a:effectLst/>
                <a:latin typeface="-apple-system"/>
              </a:rPr>
              <a:t> </a:t>
            </a:r>
            <a:endParaRPr lang="en-US"/>
          </a:p>
        </p:txBody>
      </p:sp>
      <p:sp>
        <p:nvSpPr>
          <p:cNvPr id="4" name="Slide Number Placeholder 3"/>
          <p:cNvSpPr>
            <a:spLocks noGrp="1"/>
          </p:cNvSpPr>
          <p:nvPr>
            <p:ph type="sldNum" sz="quarter" idx="5"/>
          </p:nvPr>
        </p:nvSpPr>
        <p:spPr/>
        <p:txBody>
          <a:bodyPr/>
          <a:lstStyle/>
          <a:p>
            <a:fld id="{E9EB59BE-046B-4B0B-8C7C-7FB65C8A2F1B}" type="slidenum">
              <a:rPr lang="en-US" smtClean="0"/>
              <a:t>5</a:t>
            </a:fld>
            <a:endParaRPr lang="en-US"/>
          </a:p>
        </p:txBody>
      </p:sp>
    </p:spTree>
    <p:extLst>
      <p:ext uri="{BB962C8B-B14F-4D97-AF65-F5344CB8AC3E}">
        <p14:creationId xmlns:p14="http://schemas.microsoft.com/office/powerpoint/2010/main" val="88860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latin typeface="-apple-system"/>
              </a:rPr>
              <a:t>The automatic street light system effectively detected changes in ambient light using an LDR sensor. It successfully turned LEDs ON in low-light conditions and OFF in bright environments without manual input. This automation led to reduced power consumption, as the light operated only when necessary. Furthermore, the prototype proved to be reliable and consistent across various lighting conditions during repeated testing, as confirmed by the simulated circuit diagrams shown in Figures 4 and 5.</a:t>
            </a:r>
            <a:br>
              <a:rPr lang="en-US" dirty="0">
                <a:effectLst/>
                <a:latin typeface="-apple-system"/>
              </a:rPr>
            </a:br>
            <a:endParaRPr lang="en-US" dirty="0">
              <a:effectLst/>
              <a:latin typeface="-apple-system"/>
            </a:endParaRPr>
          </a:p>
          <a:p>
            <a:r>
              <a:rPr lang="en-US" dirty="0">
                <a:effectLst/>
                <a:latin typeface="-apple-system"/>
              </a:rPr>
              <a:t> </a:t>
            </a:r>
            <a:endParaRPr lang="en-US" dirty="0"/>
          </a:p>
        </p:txBody>
      </p:sp>
      <p:sp>
        <p:nvSpPr>
          <p:cNvPr id="4" name="Slide Number Placeholder 3"/>
          <p:cNvSpPr>
            <a:spLocks noGrp="1"/>
          </p:cNvSpPr>
          <p:nvPr>
            <p:ph type="sldNum" sz="quarter" idx="5"/>
          </p:nvPr>
        </p:nvSpPr>
        <p:spPr/>
        <p:txBody>
          <a:bodyPr/>
          <a:lstStyle/>
          <a:p>
            <a:fld id="{E9EB59BE-046B-4B0B-8C7C-7FB65C8A2F1B}" type="slidenum">
              <a:rPr lang="en-US" smtClean="0"/>
              <a:t>6</a:t>
            </a:fld>
            <a:endParaRPr lang="en-US"/>
          </a:p>
        </p:txBody>
      </p:sp>
    </p:spTree>
    <p:extLst>
      <p:ext uri="{BB962C8B-B14F-4D97-AF65-F5344CB8AC3E}">
        <p14:creationId xmlns:p14="http://schemas.microsoft.com/office/powerpoint/2010/main" val="2702659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latin typeface="-apple-system"/>
              </a:rPr>
              <a:t>The Automatic Street Light System worked exactly as expected. It successfully turned the LED ON when the surrounding light was low or absent, and turned it OFF in bright conditions.</a:t>
            </a:r>
          </a:p>
          <a:p>
            <a:r>
              <a:rPr lang="en-US" dirty="0">
                <a:effectLst/>
                <a:latin typeface="-apple-system"/>
              </a:rPr>
              <a:t> </a:t>
            </a:r>
          </a:p>
          <a:p>
            <a:r>
              <a:rPr lang="en-US" dirty="0">
                <a:effectLst/>
                <a:latin typeface="-apple-system"/>
              </a:rPr>
              <a:t>This behavior is controlled by the LDR, which detects the ambient light. As it gets darker, the LDR's resistance increases. This change triggers the BC547P transistor to switch ON, allowing current to flow and power the LED.</a:t>
            </a:r>
          </a:p>
          <a:p>
            <a:r>
              <a:rPr lang="en-US" dirty="0">
                <a:effectLst/>
                <a:latin typeface="-apple-system"/>
              </a:rPr>
              <a:t> </a:t>
            </a:r>
          </a:p>
          <a:p>
            <a:r>
              <a:rPr lang="en-US" dirty="0">
                <a:effectLst/>
                <a:latin typeface="-apple-system"/>
              </a:rPr>
              <a:t>In daylight, the resistance of the LDR decreases, so the transistor stays OFF and the LED also remains OFF.</a:t>
            </a:r>
          </a:p>
          <a:p>
            <a:r>
              <a:rPr lang="en-US" dirty="0">
                <a:effectLst/>
                <a:latin typeface="-apple-system"/>
              </a:rPr>
              <a:t> </a:t>
            </a:r>
          </a:p>
          <a:p>
            <a:r>
              <a:rPr lang="en-US" dirty="0">
                <a:effectLst/>
                <a:latin typeface="-apple-system"/>
              </a:rPr>
              <a:t>We tested the system in various lighting conditions—such as daylight, shade, and complete darkness—and the switching was always reliable and accurate.</a:t>
            </a:r>
          </a:p>
          <a:p>
            <a:r>
              <a:rPr lang="en-US" dirty="0">
                <a:effectLst/>
                <a:latin typeface="-apple-system"/>
              </a:rPr>
              <a:t> </a:t>
            </a:r>
          </a:p>
          <a:p>
            <a:r>
              <a:rPr lang="en-US" dirty="0">
                <a:effectLst/>
                <a:latin typeface="-apple-system"/>
              </a:rPr>
              <a:t>As we know from this project that the main advantage of this circuit is its simplicity, low cost, and efficiency. It’s not only useful in street lighting but can also be applied in real-world systems like automatic night lights, solar garden lighting, or even smart home systems."</a:t>
            </a:r>
          </a:p>
          <a:p>
            <a:r>
              <a:rPr lang="en-US" dirty="0">
                <a:effectLst/>
                <a:latin typeface="-apple-system"/>
              </a:rPr>
              <a:t>In advanced systems, photodiodes or phototransistors may replace LDRs due to faster response and better sensitivity, but LDR-BJT circuits remain a useful entry-level or fallback solution.</a:t>
            </a:r>
          </a:p>
          <a:p>
            <a:r>
              <a:rPr lang="en-US" dirty="0">
                <a:effectLst/>
                <a:latin typeface="-apple-system"/>
              </a:rPr>
              <a:t> </a:t>
            </a:r>
            <a:endParaRPr lang="en-US" dirty="0"/>
          </a:p>
        </p:txBody>
      </p:sp>
      <p:sp>
        <p:nvSpPr>
          <p:cNvPr id="4" name="Slide Number Placeholder 3"/>
          <p:cNvSpPr>
            <a:spLocks noGrp="1"/>
          </p:cNvSpPr>
          <p:nvPr>
            <p:ph type="sldNum" sz="quarter" idx="5"/>
          </p:nvPr>
        </p:nvSpPr>
        <p:spPr/>
        <p:txBody>
          <a:bodyPr/>
          <a:lstStyle/>
          <a:p>
            <a:fld id="{E9EB59BE-046B-4B0B-8C7C-7FB65C8A2F1B}" type="slidenum">
              <a:rPr lang="en-US" smtClean="0"/>
              <a:t>7</a:t>
            </a:fld>
            <a:endParaRPr lang="en-US"/>
          </a:p>
        </p:txBody>
      </p:sp>
    </p:spTree>
    <p:extLst>
      <p:ext uri="{BB962C8B-B14F-4D97-AF65-F5344CB8AC3E}">
        <p14:creationId xmlns:p14="http://schemas.microsoft.com/office/powerpoint/2010/main" val="2848112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9"/>
            <a:ext cx="7772400" cy="1470025"/>
          </a:xfrm>
        </p:spPr>
        <p:txBody>
          <a:bodyPr/>
          <a:lstStyle/>
          <a:p>
            <a:r>
              <a:rPr lang="en-US" altLang="ja-JP"/>
              <a:t>Click to edit Master title style</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ltLang="ja-JP"/>
              <a:t>Click to edit Master subtitle style</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ADBBE67A-F3BD-4AD1-A63E-CC7EABFF4FB2}"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18552465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idx="1"/>
          </p:nvPr>
        </p:nvSpPr>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848095CB-4C96-4416-9669-BC71DC16DEBE}"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3656456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685800" y="2927426"/>
            <a:ext cx="7772400" cy="1362075"/>
          </a:xfrm>
        </p:spPr>
        <p:txBody>
          <a:bodyPr anchor="t"/>
          <a:lstStyle>
            <a:lvl1pPr algn="l">
              <a:defRPr sz="2250" b="0" cap="none"/>
            </a:lvl1pPr>
          </a:lstStyle>
          <a:p>
            <a:r>
              <a:rPr lang="en-US" altLang="ja-JP" dirty="0"/>
              <a:t>Click to edit master title style</a:t>
            </a:r>
            <a:endParaRPr lang="ja-JP" altLang="en-US"/>
          </a:p>
        </p:txBody>
      </p:sp>
      <p:sp>
        <p:nvSpPr>
          <p:cNvPr id="3" name="テキスト プレースホルダ 2"/>
          <p:cNvSpPr>
            <a:spLocks noGrp="1"/>
          </p:cNvSpPr>
          <p:nvPr>
            <p:ph type="body" idx="1"/>
          </p:nvPr>
        </p:nvSpPr>
        <p:spPr>
          <a:xfrm>
            <a:off x="685800" y="4386195"/>
            <a:ext cx="7772400" cy="1500187"/>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ltLang="ja-JP"/>
              <a:t>Click to edit Master text styles</a:t>
            </a:r>
          </a:p>
        </p:txBody>
      </p:sp>
      <p:sp>
        <p:nvSpPr>
          <p:cNvPr id="4" name="日付プレースホルダ 3"/>
          <p:cNvSpPr>
            <a:spLocks noGrp="1"/>
          </p:cNvSpPr>
          <p:nvPr>
            <p:ph type="dt" sz="half" idx="10"/>
          </p:nvPr>
        </p:nvSpPr>
        <p:spPr/>
        <p:txBody>
          <a:bodyPr/>
          <a:lstStyle>
            <a:lvl1pPr>
              <a:defRPr/>
            </a:lvl1pPr>
          </a:lstStyle>
          <a:p>
            <a:pPr defTabSz="685800">
              <a:defRPr/>
            </a:pPr>
            <a:fld id="{1A57E1F8-F03D-48E0-956F-76F548B0F808}" type="datetime1">
              <a:rPr kumimoji="0" lang="en-US" sz="900" smtClean="0">
                <a:solidFill>
                  <a:srgbClr val="EFEDE3"/>
                </a:solidFill>
                <a:latin typeface="Franklin Gothic Book" panose="020B0503020102020204"/>
              </a:rPr>
              <a:t>6/1/2025</a:t>
            </a:fld>
            <a:endParaRPr kumimoji="0" lang="en-US" sz="900">
              <a:solidFill>
                <a:srgbClr val="EFEDE3"/>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EFEDE3"/>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EFEDE3"/>
                </a:solidFill>
                <a:latin typeface="Franklin Gothic Book" panose="020B0503020102020204"/>
              </a:rPr>
              <a:pPr defTabSz="685800">
                <a:defRPr/>
              </a:pPr>
              <a:t>‹#›</a:t>
            </a:fld>
            <a:endParaRPr kumimoji="0" lang="en-US" sz="900">
              <a:solidFill>
                <a:srgbClr val="EFEDE3"/>
              </a:solidFill>
              <a:latin typeface="Franklin Gothic Book" panose="020B0503020102020204"/>
            </a:endParaRPr>
          </a:p>
        </p:txBody>
      </p:sp>
    </p:spTree>
    <p:extLst>
      <p:ext uri="{BB962C8B-B14F-4D97-AF65-F5344CB8AC3E}">
        <p14:creationId xmlns:p14="http://schemas.microsoft.com/office/powerpoint/2010/main" val="207365300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sz="half" idx="1"/>
          </p:nvPr>
        </p:nvSpPr>
        <p:spPr>
          <a:xfrm>
            <a:off x="457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コンテンツ プレースホルダ 3"/>
          <p:cNvSpPr>
            <a:spLocks noGrp="1"/>
          </p:cNvSpPr>
          <p:nvPr>
            <p:ph sz="half" idx="2"/>
          </p:nvPr>
        </p:nvSpPr>
        <p:spPr>
          <a:xfrm>
            <a:off x="4648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日付プレースホルダ 3"/>
          <p:cNvSpPr>
            <a:spLocks noGrp="1"/>
          </p:cNvSpPr>
          <p:nvPr>
            <p:ph type="dt" sz="half" idx="10"/>
          </p:nvPr>
        </p:nvSpPr>
        <p:spPr/>
        <p:txBody>
          <a:bodyPr/>
          <a:lstStyle>
            <a:lvl1pPr>
              <a:defRPr/>
            </a:lvl1pPr>
          </a:lstStyle>
          <a:p>
            <a:pPr defTabSz="685800">
              <a:defRPr/>
            </a:pPr>
            <a:fld id="{875FD6C9-B7EF-4E66-96EC-F32F419A3D18}"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13465756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en-US" altLang="ja-JP"/>
              <a:t>Click to edit Master title style</a:t>
            </a:r>
            <a:endParaRPr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4" name="コンテンツ プレースホルダ 3"/>
          <p:cNvSpPr>
            <a:spLocks noGrp="1"/>
          </p:cNvSpPr>
          <p:nvPr>
            <p:ph sz="half" idx="2"/>
          </p:nvPr>
        </p:nvSpPr>
        <p:spPr>
          <a:xfrm>
            <a:off x="457200" y="2174875"/>
            <a:ext cx="4040188"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テキスト プレースホルダ 4"/>
          <p:cNvSpPr>
            <a:spLocks noGrp="1"/>
          </p:cNvSpPr>
          <p:nvPr>
            <p:ph type="body" sz="quarter" idx="3"/>
          </p:nvPr>
        </p:nvSpPr>
        <p:spPr>
          <a:xfrm>
            <a:off x="4645027" y="1535113"/>
            <a:ext cx="4041775"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6" name="コンテンツ プレースホルダ 5"/>
          <p:cNvSpPr>
            <a:spLocks noGrp="1"/>
          </p:cNvSpPr>
          <p:nvPr>
            <p:ph sz="quarter" idx="4"/>
          </p:nvPr>
        </p:nvSpPr>
        <p:spPr>
          <a:xfrm>
            <a:off x="4645027" y="2174875"/>
            <a:ext cx="4041775"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7" name="日付プレースホルダ 3"/>
          <p:cNvSpPr>
            <a:spLocks noGrp="1"/>
          </p:cNvSpPr>
          <p:nvPr>
            <p:ph type="dt" sz="half" idx="10"/>
          </p:nvPr>
        </p:nvSpPr>
        <p:spPr/>
        <p:txBody>
          <a:bodyPr/>
          <a:lstStyle>
            <a:lvl1pPr>
              <a:defRPr/>
            </a:lvl1pPr>
          </a:lstStyle>
          <a:p>
            <a:pPr defTabSz="685800">
              <a:defRPr/>
            </a:pPr>
            <a:fld id="{2A9CA471-3B56-4A40-8820-843C0A92D33C}"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8"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9"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82930301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日付プレースホルダ 3"/>
          <p:cNvSpPr>
            <a:spLocks noGrp="1"/>
          </p:cNvSpPr>
          <p:nvPr>
            <p:ph type="dt" sz="half" idx="10"/>
          </p:nvPr>
        </p:nvSpPr>
        <p:spPr/>
        <p:txBody>
          <a:bodyPr/>
          <a:lstStyle>
            <a:lvl1pPr>
              <a:defRPr/>
            </a:lvl1pPr>
          </a:lstStyle>
          <a:p>
            <a:pPr defTabSz="685800">
              <a:defRPr/>
            </a:pPr>
            <a:fld id="{3C42D339-B6AC-484C-AD71-B1CC945FEB6B}"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4"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5"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762591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a:lvl1pPr>
          </a:lstStyle>
          <a:p>
            <a:pPr defTabSz="685800">
              <a:defRPr/>
            </a:pPr>
            <a:fld id="{7A802B35-03DB-4959-92DD-8D5755C1D0DD}"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3"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4"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87604340"/>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2" y="273050"/>
            <a:ext cx="3008313" cy="1162050"/>
          </a:xfrm>
        </p:spPr>
        <p:txBody>
          <a:bodyPr anchor="b"/>
          <a:lstStyle>
            <a:lvl1pPr algn="l">
              <a:defRPr sz="1125" b="1"/>
            </a:lvl1pPr>
          </a:lstStyle>
          <a:p>
            <a:r>
              <a:rPr lang="en-US" altLang="ja-JP"/>
              <a:t>Click to edit Master title style</a:t>
            </a:r>
            <a:endParaRPr lang="ja-JP" altLang="en-US"/>
          </a:p>
        </p:txBody>
      </p:sp>
      <p:sp>
        <p:nvSpPr>
          <p:cNvPr id="3" name="コンテンツ プレースホルダ 2"/>
          <p:cNvSpPr>
            <a:spLocks noGrp="1"/>
          </p:cNvSpPr>
          <p:nvPr>
            <p:ph idx="1"/>
          </p:nvPr>
        </p:nvSpPr>
        <p:spPr>
          <a:xfrm>
            <a:off x="3575050" y="273054"/>
            <a:ext cx="5111750"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テキスト プレースホルダ 3"/>
          <p:cNvSpPr>
            <a:spLocks noGrp="1"/>
          </p:cNvSpPr>
          <p:nvPr>
            <p:ph type="body" sz="half" idx="2"/>
          </p:nvPr>
        </p:nvSpPr>
        <p:spPr>
          <a:xfrm>
            <a:off x="457202" y="1435103"/>
            <a:ext cx="3008313" cy="4691063"/>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33028826-690F-43A3-952F-37964C8BF0AF}"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333050495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88271" y="719708"/>
            <a:ext cx="2287588" cy="1337695"/>
          </a:xfrm>
        </p:spPr>
        <p:txBody>
          <a:bodyPr anchor="b"/>
          <a:lstStyle>
            <a:lvl1pPr algn="l">
              <a:defRPr sz="1125" b="0">
                <a:latin typeface="Times New Roman" panose="02020603050405020304" pitchFamily="18" charset="0"/>
                <a:cs typeface="Times New Roman" panose="02020603050405020304" pitchFamily="18" charset="0"/>
              </a:defRPr>
            </a:lvl1pPr>
          </a:lstStyle>
          <a:p>
            <a:r>
              <a:rPr lang="en-US" altLang="ja-JP"/>
              <a:t>Click to edit Master title style</a:t>
            </a:r>
            <a:endParaRPr lang="ja-JP" altLang="en-US"/>
          </a:p>
        </p:txBody>
      </p:sp>
      <p:sp>
        <p:nvSpPr>
          <p:cNvPr id="3" name="図プレースホルダ 2"/>
          <p:cNvSpPr>
            <a:spLocks noGrp="1"/>
          </p:cNvSpPr>
          <p:nvPr>
            <p:ph type="pic" idx="1" hasCustomPrompt="1"/>
          </p:nvPr>
        </p:nvSpPr>
        <p:spPr>
          <a:xfrm>
            <a:off x="3200400" y="969169"/>
            <a:ext cx="5486400" cy="4370274"/>
          </a:xfrm>
        </p:spPr>
        <p:txBody>
          <a:bodyPr rtlCol="0">
            <a:normAutofit/>
          </a:bodyPr>
          <a:lstStyle>
            <a:lvl1pPr marL="0" indent="0">
              <a:buNone/>
              <a:defRPr sz="1800" b="0">
                <a:latin typeface="Times New Roman" panose="02020603050405020304" pitchFamily="18" charset="0"/>
                <a:cs typeface="Times New Roman" panose="02020603050405020304" pitchFamily="18" charset="0"/>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r>
              <a:rPr lang="en-US" altLang="ja-JP" noProof="0" dirty="0"/>
              <a:t>Picture</a:t>
            </a:r>
            <a:endParaRPr lang="ja-JP" altLang="en-US" noProof="0"/>
          </a:p>
        </p:txBody>
      </p:sp>
      <p:sp>
        <p:nvSpPr>
          <p:cNvPr id="4" name="テキスト プレースホルダ 3"/>
          <p:cNvSpPr>
            <a:spLocks noGrp="1"/>
          </p:cNvSpPr>
          <p:nvPr>
            <p:ph type="body" sz="half" idx="2"/>
          </p:nvPr>
        </p:nvSpPr>
        <p:spPr>
          <a:xfrm>
            <a:off x="457202" y="2319053"/>
            <a:ext cx="2318657" cy="3020390"/>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8F6514E6-4F03-4C90-A6CF-0F48872A4A05}"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357696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F39F92B2-AF4F-47D0-84DE-FDFADA682DD9}"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715079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42"/>
            <a:ext cx="2057400" cy="5851525"/>
          </a:xfrm>
        </p:spPr>
        <p:txBody>
          <a:bodyPr vert="eaVert"/>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a:xfrm>
            <a:off x="457200" y="274642"/>
            <a:ext cx="6019800" cy="5851525"/>
          </a:xfrm>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0782296B-27A5-40E4-B6A0-E586032DB02F}"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494756044"/>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9"/>
            <a:ext cx="7772400" cy="1470025"/>
          </a:xfrm>
        </p:spPr>
        <p:txBody>
          <a:bodyPr/>
          <a:lstStyle/>
          <a:p>
            <a:r>
              <a:rPr lang="en-US" altLang="ja-JP"/>
              <a:t>Click to edit Master title style</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ltLang="ja-JP"/>
              <a:t>Click to edit Master subtitle style</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A4CEAFD3-258C-4B6D-8974-AA6BF4B29246}"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374653814"/>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idx="1"/>
          </p:nvPr>
        </p:nvSpPr>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B1518F21-D86A-4CBB-B550-82F46B0D74B1}"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3898965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685800" y="2927426"/>
            <a:ext cx="7772400" cy="1362075"/>
          </a:xfrm>
        </p:spPr>
        <p:txBody>
          <a:bodyPr anchor="t"/>
          <a:lstStyle>
            <a:lvl1pPr algn="l">
              <a:defRPr sz="2250" b="0" cap="none"/>
            </a:lvl1pPr>
          </a:lstStyle>
          <a:p>
            <a:r>
              <a:rPr lang="en-US" altLang="ja-JP" dirty="0"/>
              <a:t>Click to edit master title style</a:t>
            </a:r>
            <a:endParaRPr lang="ja-JP" altLang="en-US"/>
          </a:p>
        </p:txBody>
      </p:sp>
      <p:sp>
        <p:nvSpPr>
          <p:cNvPr id="3" name="テキスト プレースホルダ 2"/>
          <p:cNvSpPr>
            <a:spLocks noGrp="1"/>
          </p:cNvSpPr>
          <p:nvPr>
            <p:ph type="body" idx="1"/>
          </p:nvPr>
        </p:nvSpPr>
        <p:spPr>
          <a:xfrm>
            <a:off x="685800" y="4386195"/>
            <a:ext cx="7772400" cy="1500187"/>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ltLang="ja-JP"/>
              <a:t>Click to edit Master text styles</a:t>
            </a:r>
          </a:p>
        </p:txBody>
      </p:sp>
      <p:sp>
        <p:nvSpPr>
          <p:cNvPr id="4" name="日付プレースホルダ 3"/>
          <p:cNvSpPr>
            <a:spLocks noGrp="1"/>
          </p:cNvSpPr>
          <p:nvPr>
            <p:ph type="dt" sz="half" idx="10"/>
          </p:nvPr>
        </p:nvSpPr>
        <p:spPr/>
        <p:txBody>
          <a:bodyPr/>
          <a:lstStyle>
            <a:lvl1pPr>
              <a:defRPr/>
            </a:lvl1pPr>
          </a:lstStyle>
          <a:p>
            <a:pPr defTabSz="685800">
              <a:defRPr/>
            </a:pPr>
            <a:fld id="{43ED8115-A672-453D-8D1A-EC596797BF67}" type="datetime1">
              <a:rPr kumimoji="0" lang="en-US" sz="900" smtClean="0">
                <a:solidFill>
                  <a:srgbClr val="EFEDE3"/>
                </a:solidFill>
                <a:latin typeface="Franklin Gothic Book" panose="020B0503020102020204"/>
              </a:rPr>
              <a:t>6/1/2025</a:t>
            </a:fld>
            <a:endParaRPr kumimoji="0" lang="en-US" sz="900">
              <a:solidFill>
                <a:srgbClr val="EFEDE3"/>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EFEDE3"/>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EFEDE3"/>
                </a:solidFill>
                <a:latin typeface="Franklin Gothic Book" panose="020B0503020102020204"/>
              </a:rPr>
              <a:pPr defTabSz="685800">
                <a:defRPr/>
              </a:pPr>
              <a:t>‹#›</a:t>
            </a:fld>
            <a:endParaRPr kumimoji="0" lang="en-US" sz="900">
              <a:solidFill>
                <a:srgbClr val="EFEDE3"/>
              </a:solidFill>
              <a:latin typeface="Franklin Gothic Book" panose="020B0503020102020204"/>
            </a:endParaRPr>
          </a:p>
        </p:txBody>
      </p:sp>
    </p:spTree>
    <p:extLst>
      <p:ext uri="{BB962C8B-B14F-4D97-AF65-F5344CB8AC3E}">
        <p14:creationId xmlns:p14="http://schemas.microsoft.com/office/powerpoint/2010/main" val="191153717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sz="half" idx="1"/>
          </p:nvPr>
        </p:nvSpPr>
        <p:spPr>
          <a:xfrm>
            <a:off x="457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コンテンツ プレースホルダ 3"/>
          <p:cNvSpPr>
            <a:spLocks noGrp="1"/>
          </p:cNvSpPr>
          <p:nvPr>
            <p:ph sz="half" idx="2"/>
          </p:nvPr>
        </p:nvSpPr>
        <p:spPr>
          <a:xfrm>
            <a:off x="4648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日付プレースホルダ 3"/>
          <p:cNvSpPr>
            <a:spLocks noGrp="1"/>
          </p:cNvSpPr>
          <p:nvPr>
            <p:ph type="dt" sz="half" idx="10"/>
          </p:nvPr>
        </p:nvSpPr>
        <p:spPr/>
        <p:txBody>
          <a:bodyPr/>
          <a:lstStyle>
            <a:lvl1pPr>
              <a:defRPr/>
            </a:lvl1pPr>
          </a:lstStyle>
          <a:p>
            <a:pPr defTabSz="685800">
              <a:defRPr/>
            </a:pPr>
            <a:fld id="{AD6292E9-B531-46C9-BE62-A96D3C71B358}"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799459243"/>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en-US" altLang="ja-JP"/>
              <a:t>Click to edit Master title style</a:t>
            </a:r>
            <a:endParaRPr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4" name="コンテンツ プレースホルダ 3"/>
          <p:cNvSpPr>
            <a:spLocks noGrp="1"/>
          </p:cNvSpPr>
          <p:nvPr>
            <p:ph sz="half" idx="2"/>
          </p:nvPr>
        </p:nvSpPr>
        <p:spPr>
          <a:xfrm>
            <a:off x="457200" y="2174875"/>
            <a:ext cx="4040188"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テキスト プレースホルダ 4"/>
          <p:cNvSpPr>
            <a:spLocks noGrp="1"/>
          </p:cNvSpPr>
          <p:nvPr>
            <p:ph type="body" sz="quarter" idx="3"/>
          </p:nvPr>
        </p:nvSpPr>
        <p:spPr>
          <a:xfrm>
            <a:off x="4645027" y="1535113"/>
            <a:ext cx="4041775"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6" name="コンテンツ プレースホルダ 5"/>
          <p:cNvSpPr>
            <a:spLocks noGrp="1"/>
          </p:cNvSpPr>
          <p:nvPr>
            <p:ph sz="quarter" idx="4"/>
          </p:nvPr>
        </p:nvSpPr>
        <p:spPr>
          <a:xfrm>
            <a:off x="4645027" y="2174875"/>
            <a:ext cx="4041775"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7" name="日付プレースホルダ 3"/>
          <p:cNvSpPr>
            <a:spLocks noGrp="1"/>
          </p:cNvSpPr>
          <p:nvPr>
            <p:ph type="dt" sz="half" idx="10"/>
          </p:nvPr>
        </p:nvSpPr>
        <p:spPr/>
        <p:txBody>
          <a:bodyPr/>
          <a:lstStyle>
            <a:lvl1pPr>
              <a:defRPr/>
            </a:lvl1pPr>
          </a:lstStyle>
          <a:p>
            <a:pPr defTabSz="685800">
              <a:defRPr/>
            </a:pPr>
            <a:fld id="{214BC6C4-37CB-4D71-8ED6-C5F52AC47538}"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8"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9"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891007650"/>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日付プレースホルダ 3"/>
          <p:cNvSpPr>
            <a:spLocks noGrp="1"/>
          </p:cNvSpPr>
          <p:nvPr>
            <p:ph type="dt" sz="half" idx="10"/>
          </p:nvPr>
        </p:nvSpPr>
        <p:spPr/>
        <p:txBody>
          <a:bodyPr/>
          <a:lstStyle>
            <a:lvl1pPr>
              <a:defRPr/>
            </a:lvl1pPr>
          </a:lstStyle>
          <a:p>
            <a:pPr defTabSz="685800">
              <a:defRPr/>
            </a:pPr>
            <a:fld id="{921055D6-E672-4A07-B5B0-9EFFD3DD238D}"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4"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5"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6258066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a:lvl1pPr>
          </a:lstStyle>
          <a:p>
            <a:pPr defTabSz="685800">
              <a:defRPr/>
            </a:pPr>
            <a:fld id="{EA06D14A-EEA2-4246-90E2-EACE95BEECD8}"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3"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4"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66402740"/>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2" y="273050"/>
            <a:ext cx="3008313" cy="1162050"/>
          </a:xfrm>
        </p:spPr>
        <p:txBody>
          <a:bodyPr anchor="b"/>
          <a:lstStyle>
            <a:lvl1pPr algn="l">
              <a:defRPr sz="1125" b="1"/>
            </a:lvl1pPr>
          </a:lstStyle>
          <a:p>
            <a:r>
              <a:rPr lang="en-US" altLang="ja-JP"/>
              <a:t>Click to edit Master title style</a:t>
            </a:r>
            <a:endParaRPr lang="ja-JP" altLang="en-US"/>
          </a:p>
        </p:txBody>
      </p:sp>
      <p:sp>
        <p:nvSpPr>
          <p:cNvPr id="3" name="コンテンツ プレースホルダ 2"/>
          <p:cNvSpPr>
            <a:spLocks noGrp="1"/>
          </p:cNvSpPr>
          <p:nvPr>
            <p:ph idx="1"/>
          </p:nvPr>
        </p:nvSpPr>
        <p:spPr>
          <a:xfrm>
            <a:off x="3575050" y="273054"/>
            <a:ext cx="5111750"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テキスト プレースホルダ 3"/>
          <p:cNvSpPr>
            <a:spLocks noGrp="1"/>
          </p:cNvSpPr>
          <p:nvPr>
            <p:ph type="body" sz="half" idx="2"/>
          </p:nvPr>
        </p:nvSpPr>
        <p:spPr>
          <a:xfrm>
            <a:off x="457202" y="1435103"/>
            <a:ext cx="3008313" cy="4691063"/>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C1C6DBE9-4285-42A8-BD26-C0C586C33BB8}"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908593375"/>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88271" y="719708"/>
            <a:ext cx="2287588" cy="1337695"/>
          </a:xfrm>
        </p:spPr>
        <p:txBody>
          <a:bodyPr anchor="b"/>
          <a:lstStyle>
            <a:lvl1pPr algn="l">
              <a:defRPr sz="1125" b="0">
                <a:latin typeface="Times New Roman" panose="02020603050405020304" pitchFamily="18" charset="0"/>
                <a:cs typeface="Times New Roman" panose="02020603050405020304" pitchFamily="18" charset="0"/>
              </a:defRPr>
            </a:lvl1pPr>
          </a:lstStyle>
          <a:p>
            <a:r>
              <a:rPr lang="en-US" altLang="ja-JP"/>
              <a:t>Click to edit Master title style</a:t>
            </a:r>
            <a:endParaRPr lang="ja-JP" altLang="en-US"/>
          </a:p>
        </p:txBody>
      </p:sp>
      <p:sp>
        <p:nvSpPr>
          <p:cNvPr id="3" name="図プレースホルダ 2"/>
          <p:cNvSpPr>
            <a:spLocks noGrp="1"/>
          </p:cNvSpPr>
          <p:nvPr>
            <p:ph type="pic" idx="1" hasCustomPrompt="1"/>
          </p:nvPr>
        </p:nvSpPr>
        <p:spPr>
          <a:xfrm>
            <a:off x="3200400" y="969169"/>
            <a:ext cx="5486400" cy="4370274"/>
          </a:xfrm>
        </p:spPr>
        <p:txBody>
          <a:bodyPr rtlCol="0">
            <a:normAutofit/>
          </a:bodyPr>
          <a:lstStyle>
            <a:lvl1pPr marL="0" indent="0">
              <a:buNone/>
              <a:defRPr sz="1800" b="0">
                <a:latin typeface="Times New Roman" panose="02020603050405020304" pitchFamily="18" charset="0"/>
                <a:cs typeface="Times New Roman" panose="02020603050405020304" pitchFamily="18" charset="0"/>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r>
              <a:rPr lang="en-US" altLang="ja-JP" noProof="0" dirty="0"/>
              <a:t>Picture</a:t>
            </a:r>
            <a:endParaRPr lang="ja-JP" altLang="en-US" noProof="0"/>
          </a:p>
        </p:txBody>
      </p:sp>
      <p:sp>
        <p:nvSpPr>
          <p:cNvPr id="4" name="テキスト プレースホルダ 3"/>
          <p:cNvSpPr>
            <a:spLocks noGrp="1"/>
          </p:cNvSpPr>
          <p:nvPr>
            <p:ph type="body" sz="half" idx="2"/>
          </p:nvPr>
        </p:nvSpPr>
        <p:spPr>
          <a:xfrm>
            <a:off x="457202" y="2319053"/>
            <a:ext cx="2318657" cy="3020390"/>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486C8876-2C82-4EFD-B907-7A22EB2EDABA}"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40196757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8B9EC88A-D517-4BC5-ADDD-C81FB6D889F9}"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8372627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42"/>
            <a:ext cx="2057400" cy="5851525"/>
          </a:xfrm>
        </p:spPr>
        <p:txBody>
          <a:bodyPr vert="eaVert"/>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a:xfrm>
            <a:off x="457200" y="274642"/>
            <a:ext cx="6019800" cy="5851525"/>
          </a:xfrm>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ED9CDFD6-BE08-4D6C-8D13-300047686E3C}"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440793578"/>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9"/>
            <a:ext cx="7772400" cy="1470025"/>
          </a:xfrm>
        </p:spPr>
        <p:txBody>
          <a:bodyPr/>
          <a:lstStyle/>
          <a:p>
            <a:r>
              <a:rPr lang="en-US" altLang="ja-JP"/>
              <a:t>Click to edit Master title style</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ltLang="ja-JP"/>
              <a:t>Click to edit Master subtitle style</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D4F4243A-0706-44D0-A704-FE5291E109AF}"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4224879320"/>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idx="1"/>
          </p:nvPr>
        </p:nvSpPr>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0FA9BCE7-A82A-4359-B6D1-C8AD50A33DCE}"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8512674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685800" y="2927426"/>
            <a:ext cx="7772400" cy="1362075"/>
          </a:xfrm>
        </p:spPr>
        <p:txBody>
          <a:bodyPr anchor="t"/>
          <a:lstStyle>
            <a:lvl1pPr algn="l">
              <a:defRPr sz="2250" b="0" cap="none"/>
            </a:lvl1pPr>
          </a:lstStyle>
          <a:p>
            <a:r>
              <a:rPr lang="en-US" altLang="ja-JP" dirty="0"/>
              <a:t>Click to edit master title style</a:t>
            </a:r>
            <a:endParaRPr lang="ja-JP" altLang="en-US"/>
          </a:p>
        </p:txBody>
      </p:sp>
      <p:sp>
        <p:nvSpPr>
          <p:cNvPr id="3" name="テキスト プレースホルダ 2"/>
          <p:cNvSpPr>
            <a:spLocks noGrp="1"/>
          </p:cNvSpPr>
          <p:nvPr>
            <p:ph type="body" idx="1"/>
          </p:nvPr>
        </p:nvSpPr>
        <p:spPr>
          <a:xfrm>
            <a:off x="685800" y="4386195"/>
            <a:ext cx="7772400" cy="1500187"/>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ltLang="ja-JP"/>
              <a:t>Click to edit Master text styles</a:t>
            </a:r>
          </a:p>
        </p:txBody>
      </p:sp>
      <p:sp>
        <p:nvSpPr>
          <p:cNvPr id="4" name="日付プレースホルダ 3"/>
          <p:cNvSpPr>
            <a:spLocks noGrp="1"/>
          </p:cNvSpPr>
          <p:nvPr>
            <p:ph type="dt" sz="half" idx="10"/>
          </p:nvPr>
        </p:nvSpPr>
        <p:spPr/>
        <p:txBody>
          <a:bodyPr/>
          <a:lstStyle>
            <a:lvl1pPr>
              <a:defRPr/>
            </a:lvl1pPr>
          </a:lstStyle>
          <a:p>
            <a:pPr defTabSz="685800">
              <a:defRPr/>
            </a:pPr>
            <a:fld id="{DE9E3DE1-4874-4F8F-8065-A889630E43F7}" type="datetime1">
              <a:rPr kumimoji="0" lang="en-US" sz="900" smtClean="0">
                <a:solidFill>
                  <a:srgbClr val="EFEDE3"/>
                </a:solidFill>
                <a:latin typeface="Franklin Gothic Book" panose="020B0503020102020204"/>
              </a:rPr>
              <a:t>6/1/2025</a:t>
            </a:fld>
            <a:endParaRPr kumimoji="0" lang="en-US" sz="900">
              <a:solidFill>
                <a:srgbClr val="EFEDE3"/>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EFEDE3"/>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EFEDE3"/>
                </a:solidFill>
                <a:latin typeface="Franklin Gothic Book" panose="020B0503020102020204"/>
              </a:rPr>
              <a:pPr defTabSz="685800">
                <a:defRPr/>
              </a:pPr>
              <a:t>‹#›</a:t>
            </a:fld>
            <a:endParaRPr kumimoji="0" lang="en-US" sz="900">
              <a:solidFill>
                <a:srgbClr val="EFEDE3"/>
              </a:solidFill>
              <a:latin typeface="Franklin Gothic Book" panose="020B0503020102020204"/>
            </a:endParaRPr>
          </a:p>
        </p:txBody>
      </p:sp>
    </p:spTree>
    <p:extLst>
      <p:ext uri="{BB962C8B-B14F-4D97-AF65-F5344CB8AC3E}">
        <p14:creationId xmlns:p14="http://schemas.microsoft.com/office/powerpoint/2010/main" val="4267626168"/>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sz="half" idx="1"/>
          </p:nvPr>
        </p:nvSpPr>
        <p:spPr>
          <a:xfrm>
            <a:off x="457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コンテンツ プレースホルダ 3"/>
          <p:cNvSpPr>
            <a:spLocks noGrp="1"/>
          </p:cNvSpPr>
          <p:nvPr>
            <p:ph sz="half" idx="2"/>
          </p:nvPr>
        </p:nvSpPr>
        <p:spPr>
          <a:xfrm>
            <a:off x="4648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日付プレースホルダ 3"/>
          <p:cNvSpPr>
            <a:spLocks noGrp="1"/>
          </p:cNvSpPr>
          <p:nvPr>
            <p:ph type="dt" sz="half" idx="10"/>
          </p:nvPr>
        </p:nvSpPr>
        <p:spPr/>
        <p:txBody>
          <a:bodyPr/>
          <a:lstStyle>
            <a:lvl1pPr>
              <a:defRPr/>
            </a:lvl1pPr>
          </a:lstStyle>
          <a:p>
            <a:pPr defTabSz="685800">
              <a:defRPr/>
            </a:pPr>
            <a:fld id="{17ECBB67-4555-46BB-A9CD-00AF5311A674}"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212816858"/>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en-US" altLang="ja-JP"/>
              <a:t>Click to edit Master title style</a:t>
            </a:r>
            <a:endParaRPr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4" name="コンテンツ プレースホルダ 3"/>
          <p:cNvSpPr>
            <a:spLocks noGrp="1"/>
          </p:cNvSpPr>
          <p:nvPr>
            <p:ph sz="half" idx="2"/>
          </p:nvPr>
        </p:nvSpPr>
        <p:spPr>
          <a:xfrm>
            <a:off x="457200" y="2174875"/>
            <a:ext cx="4040188"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テキスト プレースホルダ 4"/>
          <p:cNvSpPr>
            <a:spLocks noGrp="1"/>
          </p:cNvSpPr>
          <p:nvPr>
            <p:ph type="body" sz="quarter" idx="3"/>
          </p:nvPr>
        </p:nvSpPr>
        <p:spPr>
          <a:xfrm>
            <a:off x="4645027" y="1535113"/>
            <a:ext cx="4041775"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6" name="コンテンツ プレースホルダ 5"/>
          <p:cNvSpPr>
            <a:spLocks noGrp="1"/>
          </p:cNvSpPr>
          <p:nvPr>
            <p:ph sz="quarter" idx="4"/>
          </p:nvPr>
        </p:nvSpPr>
        <p:spPr>
          <a:xfrm>
            <a:off x="4645027" y="2174875"/>
            <a:ext cx="4041775"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7" name="日付プレースホルダ 3"/>
          <p:cNvSpPr>
            <a:spLocks noGrp="1"/>
          </p:cNvSpPr>
          <p:nvPr>
            <p:ph type="dt" sz="half" idx="10"/>
          </p:nvPr>
        </p:nvSpPr>
        <p:spPr/>
        <p:txBody>
          <a:bodyPr/>
          <a:lstStyle>
            <a:lvl1pPr>
              <a:defRPr/>
            </a:lvl1pPr>
          </a:lstStyle>
          <a:p>
            <a:pPr defTabSz="685800">
              <a:defRPr/>
            </a:pPr>
            <a:fld id="{E06C8239-8E04-4670-A548-52B2086F6861}"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8"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9"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018240650"/>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日付プレースホルダ 3"/>
          <p:cNvSpPr>
            <a:spLocks noGrp="1"/>
          </p:cNvSpPr>
          <p:nvPr>
            <p:ph type="dt" sz="half" idx="10"/>
          </p:nvPr>
        </p:nvSpPr>
        <p:spPr/>
        <p:txBody>
          <a:bodyPr/>
          <a:lstStyle>
            <a:lvl1pPr>
              <a:defRPr/>
            </a:lvl1pPr>
          </a:lstStyle>
          <a:p>
            <a:pPr defTabSz="685800">
              <a:defRPr/>
            </a:pPr>
            <a:fld id="{539FB232-53F9-4AD3-BF92-96F6E632EB43}"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4"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5"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35808547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a:lvl1pPr>
          </a:lstStyle>
          <a:p>
            <a:pPr defTabSz="685800">
              <a:defRPr/>
            </a:pPr>
            <a:fld id="{BCBEFCE7-14B4-42F9-8914-6E0F7ADE8F60}"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3"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4"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65194899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2" y="273050"/>
            <a:ext cx="3008313" cy="1162050"/>
          </a:xfrm>
        </p:spPr>
        <p:txBody>
          <a:bodyPr anchor="b"/>
          <a:lstStyle>
            <a:lvl1pPr algn="l">
              <a:defRPr sz="1125" b="1"/>
            </a:lvl1pPr>
          </a:lstStyle>
          <a:p>
            <a:r>
              <a:rPr lang="en-US" altLang="ja-JP"/>
              <a:t>Click to edit Master title style</a:t>
            </a:r>
            <a:endParaRPr lang="ja-JP" altLang="en-US"/>
          </a:p>
        </p:txBody>
      </p:sp>
      <p:sp>
        <p:nvSpPr>
          <p:cNvPr id="3" name="コンテンツ プレースホルダ 2"/>
          <p:cNvSpPr>
            <a:spLocks noGrp="1"/>
          </p:cNvSpPr>
          <p:nvPr>
            <p:ph idx="1"/>
          </p:nvPr>
        </p:nvSpPr>
        <p:spPr>
          <a:xfrm>
            <a:off x="3575050" y="273054"/>
            <a:ext cx="5111750"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テキスト プレースホルダ 3"/>
          <p:cNvSpPr>
            <a:spLocks noGrp="1"/>
          </p:cNvSpPr>
          <p:nvPr>
            <p:ph type="body" sz="half" idx="2"/>
          </p:nvPr>
        </p:nvSpPr>
        <p:spPr>
          <a:xfrm>
            <a:off x="457202" y="1435103"/>
            <a:ext cx="3008313" cy="4691063"/>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AF4B2249-E401-4950-9686-962D74BF0414}"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996481564"/>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88271" y="719708"/>
            <a:ext cx="2287588" cy="1337695"/>
          </a:xfrm>
        </p:spPr>
        <p:txBody>
          <a:bodyPr anchor="b"/>
          <a:lstStyle>
            <a:lvl1pPr algn="l">
              <a:defRPr sz="1125" b="0">
                <a:latin typeface="Times New Roman" panose="02020603050405020304" pitchFamily="18" charset="0"/>
                <a:cs typeface="Times New Roman" panose="02020603050405020304" pitchFamily="18" charset="0"/>
              </a:defRPr>
            </a:lvl1pPr>
          </a:lstStyle>
          <a:p>
            <a:r>
              <a:rPr lang="en-US" altLang="ja-JP"/>
              <a:t>Click to edit Master title style</a:t>
            </a:r>
            <a:endParaRPr lang="ja-JP" altLang="en-US"/>
          </a:p>
        </p:txBody>
      </p:sp>
      <p:sp>
        <p:nvSpPr>
          <p:cNvPr id="3" name="図プレースホルダ 2"/>
          <p:cNvSpPr>
            <a:spLocks noGrp="1"/>
          </p:cNvSpPr>
          <p:nvPr>
            <p:ph type="pic" idx="1" hasCustomPrompt="1"/>
          </p:nvPr>
        </p:nvSpPr>
        <p:spPr>
          <a:xfrm>
            <a:off x="3200400" y="969169"/>
            <a:ext cx="5486400" cy="4370274"/>
          </a:xfrm>
        </p:spPr>
        <p:txBody>
          <a:bodyPr rtlCol="0">
            <a:normAutofit/>
          </a:bodyPr>
          <a:lstStyle>
            <a:lvl1pPr marL="0" indent="0">
              <a:buNone/>
              <a:defRPr sz="1800" b="0">
                <a:latin typeface="Times New Roman" panose="02020603050405020304" pitchFamily="18" charset="0"/>
                <a:cs typeface="Times New Roman" panose="02020603050405020304" pitchFamily="18" charset="0"/>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r>
              <a:rPr lang="en-US" altLang="ja-JP" noProof="0" dirty="0"/>
              <a:t>Picture</a:t>
            </a:r>
            <a:endParaRPr lang="ja-JP" altLang="en-US" noProof="0"/>
          </a:p>
        </p:txBody>
      </p:sp>
      <p:sp>
        <p:nvSpPr>
          <p:cNvPr id="4" name="テキスト プレースホルダ 3"/>
          <p:cNvSpPr>
            <a:spLocks noGrp="1"/>
          </p:cNvSpPr>
          <p:nvPr>
            <p:ph type="body" sz="half" idx="2"/>
          </p:nvPr>
        </p:nvSpPr>
        <p:spPr>
          <a:xfrm>
            <a:off x="457202" y="2319053"/>
            <a:ext cx="2318657" cy="3020390"/>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5EA6F851-7ADC-4A86-B923-F3FDB7B4ED2A}"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0703229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B54AE220-2C63-4ADE-BD8E-43EC9B692EFA}"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7543593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42"/>
            <a:ext cx="2057400" cy="5851525"/>
          </a:xfrm>
        </p:spPr>
        <p:txBody>
          <a:bodyPr vert="eaVert"/>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a:xfrm>
            <a:off x="457200" y="274642"/>
            <a:ext cx="6019800" cy="5851525"/>
          </a:xfrm>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76B9440F-1A1C-424D-9483-8496A4312EDB}"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88164259"/>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9"/>
            <a:ext cx="7772400" cy="1470025"/>
          </a:xfrm>
        </p:spPr>
        <p:txBody>
          <a:bodyPr/>
          <a:lstStyle/>
          <a:p>
            <a:r>
              <a:rPr lang="en-US" altLang="ja-JP"/>
              <a:t>Click to edit Master title style</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ltLang="ja-JP"/>
              <a:t>Click to edit Master subtitle style</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88227DE6-FDE2-4CC7-951F-CB9020289DCA}"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652281304"/>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idx="1"/>
          </p:nvPr>
        </p:nvSpPr>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6C5A4419-7C45-4180-A306-10D60F8FB346}"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6168904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685800" y="2927426"/>
            <a:ext cx="7772400" cy="1362075"/>
          </a:xfrm>
        </p:spPr>
        <p:txBody>
          <a:bodyPr anchor="t"/>
          <a:lstStyle>
            <a:lvl1pPr algn="l">
              <a:defRPr sz="2250" b="0" cap="none"/>
            </a:lvl1pPr>
          </a:lstStyle>
          <a:p>
            <a:r>
              <a:rPr lang="en-US" altLang="ja-JP" dirty="0"/>
              <a:t>Click to edit master title style</a:t>
            </a:r>
            <a:endParaRPr lang="ja-JP" altLang="en-US"/>
          </a:p>
        </p:txBody>
      </p:sp>
      <p:sp>
        <p:nvSpPr>
          <p:cNvPr id="3" name="テキスト プレースホルダ 2"/>
          <p:cNvSpPr>
            <a:spLocks noGrp="1"/>
          </p:cNvSpPr>
          <p:nvPr>
            <p:ph type="body" idx="1"/>
          </p:nvPr>
        </p:nvSpPr>
        <p:spPr>
          <a:xfrm>
            <a:off x="685800" y="4386195"/>
            <a:ext cx="7772400" cy="1500187"/>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ltLang="ja-JP"/>
              <a:t>Click to edit Master text styles</a:t>
            </a:r>
          </a:p>
        </p:txBody>
      </p:sp>
      <p:sp>
        <p:nvSpPr>
          <p:cNvPr id="4" name="日付プレースホルダ 3"/>
          <p:cNvSpPr>
            <a:spLocks noGrp="1"/>
          </p:cNvSpPr>
          <p:nvPr>
            <p:ph type="dt" sz="half" idx="10"/>
          </p:nvPr>
        </p:nvSpPr>
        <p:spPr/>
        <p:txBody>
          <a:bodyPr/>
          <a:lstStyle>
            <a:lvl1pPr>
              <a:defRPr/>
            </a:lvl1pPr>
          </a:lstStyle>
          <a:p>
            <a:pPr defTabSz="685800">
              <a:defRPr/>
            </a:pPr>
            <a:fld id="{1863D17D-BDA5-435A-B809-E5F1D12AEB10}" type="datetime1">
              <a:rPr kumimoji="0" lang="en-US" sz="900" smtClean="0">
                <a:solidFill>
                  <a:srgbClr val="EFEDE3"/>
                </a:solidFill>
                <a:latin typeface="Franklin Gothic Book" panose="020B0503020102020204"/>
              </a:rPr>
              <a:t>6/1/2025</a:t>
            </a:fld>
            <a:endParaRPr kumimoji="0" lang="en-US" sz="900">
              <a:solidFill>
                <a:srgbClr val="EFEDE3"/>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EFEDE3"/>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EFEDE3"/>
                </a:solidFill>
                <a:latin typeface="Franklin Gothic Book" panose="020B0503020102020204"/>
              </a:rPr>
              <a:pPr defTabSz="685800">
                <a:defRPr/>
              </a:pPr>
              <a:t>‹#›</a:t>
            </a:fld>
            <a:endParaRPr kumimoji="0" lang="en-US" sz="900">
              <a:solidFill>
                <a:srgbClr val="EFEDE3"/>
              </a:solidFill>
              <a:latin typeface="Franklin Gothic Book" panose="020B0503020102020204"/>
            </a:endParaRPr>
          </a:p>
        </p:txBody>
      </p:sp>
    </p:spTree>
    <p:extLst>
      <p:ext uri="{BB962C8B-B14F-4D97-AF65-F5344CB8AC3E}">
        <p14:creationId xmlns:p14="http://schemas.microsoft.com/office/powerpoint/2010/main" val="195669790"/>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sz="half" idx="1"/>
          </p:nvPr>
        </p:nvSpPr>
        <p:spPr>
          <a:xfrm>
            <a:off x="457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コンテンツ プレースホルダ 3"/>
          <p:cNvSpPr>
            <a:spLocks noGrp="1"/>
          </p:cNvSpPr>
          <p:nvPr>
            <p:ph sz="half" idx="2"/>
          </p:nvPr>
        </p:nvSpPr>
        <p:spPr>
          <a:xfrm>
            <a:off x="4648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日付プレースホルダ 3"/>
          <p:cNvSpPr>
            <a:spLocks noGrp="1"/>
          </p:cNvSpPr>
          <p:nvPr>
            <p:ph type="dt" sz="half" idx="10"/>
          </p:nvPr>
        </p:nvSpPr>
        <p:spPr/>
        <p:txBody>
          <a:bodyPr/>
          <a:lstStyle>
            <a:lvl1pPr>
              <a:defRPr/>
            </a:lvl1pPr>
          </a:lstStyle>
          <a:p>
            <a:pPr defTabSz="685800">
              <a:defRPr/>
            </a:pPr>
            <a:fld id="{77357DDE-26ED-4553-8F17-B4099BDFCC24}"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4287519877"/>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en-US" altLang="ja-JP"/>
              <a:t>Click to edit Master title style</a:t>
            </a:r>
            <a:endParaRPr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4" name="コンテンツ プレースホルダ 3"/>
          <p:cNvSpPr>
            <a:spLocks noGrp="1"/>
          </p:cNvSpPr>
          <p:nvPr>
            <p:ph sz="half" idx="2"/>
          </p:nvPr>
        </p:nvSpPr>
        <p:spPr>
          <a:xfrm>
            <a:off x="457200" y="2174875"/>
            <a:ext cx="4040188"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テキスト プレースホルダ 4"/>
          <p:cNvSpPr>
            <a:spLocks noGrp="1"/>
          </p:cNvSpPr>
          <p:nvPr>
            <p:ph type="body" sz="quarter" idx="3"/>
          </p:nvPr>
        </p:nvSpPr>
        <p:spPr>
          <a:xfrm>
            <a:off x="4645027" y="1535113"/>
            <a:ext cx="4041775"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6" name="コンテンツ プレースホルダ 5"/>
          <p:cNvSpPr>
            <a:spLocks noGrp="1"/>
          </p:cNvSpPr>
          <p:nvPr>
            <p:ph sz="quarter" idx="4"/>
          </p:nvPr>
        </p:nvSpPr>
        <p:spPr>
          <a:xfrm>
            <a:off x="4645027" y="2174875"/>
            <a:ext cx="4041775"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7" name="日付プレースホルダ 3"/>
          <p:cNvSpPr>
            <a:spLocks noGrp="1"/>
          </p:cNvSpPr>
          <p:nvPr>
            <p:ph type="dt" sz="half" idx="10"/>
          </p:nvPr>
        </p:nvSpPr>
        <p:spPr/>
        <p:txBody>
          <a:bodyPr/>
          <a:lstStyle>
            <a:lvl1pPr>
              <a:defRPr/>
            </a:lvl1pPr>
          </a:lstStyle>
          <a:p>
            <a:pPr defTabSz="685800">
              <a:defRPr/>
            </a:pPr>
            <a:fld id="{5C231EC4-24C3-4D2B-94D8-BD81FB93A2EC}"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8"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9"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3223711801"/>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日付プレースホルダ 3"/>
          <p:cNvSpPr>
            <a:spLocks noGrp="1"/>
          </p:cNvSpPr>
          <p:nvPr>
            <p:ph type="dt" sz="half" idx="10"/>
          </p:nvPr>
        </p:nvSpPr>
        <p:spPr/>
        <p:txBody>
          <a:bodyPr/>
          <a:lstStyle>
            <a:lvl1pPr>
              <a:defRPr/>
            </a:lvl1pPr>
          </a:lstStyle>
          <a:p>
            <a:pPr defTabSz="685800">
              <a:defRPr/>
            </a:pPr>
            <a:fld id="{39FD2824-C27B-4E4A-AA71-0991E7B229DA}"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4"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5"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398853477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a:lvl1pPr>
          </a:lstStyle>
          <a:p>
            <a:pPr defTabSz="685800">
              <a:defRPr/>
            </a:pPr>
            <a:fld id="{71062FB7-332E-4602-8F92-DE773883C7B9}"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3"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4"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511452290"/>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2" y="273050"/>
            <a:ext cx="3008313" cy="1162050"/>
          </a:xfrm>
        </p:spPr>
        <p:txBody>
          <a:bodyPr anchor="b"/>
          <a:lstStyle>
            <a:lvl1pPr algn="l">
              <a:defRPr sz="1125" b="1"/>
            </a:lvl1pPr>
          </a:lstStyle>
          <a:p>
            <a:r>
              <a:rPr lang="en-US" altLang="ja-JP"/>
              <a:t>Click to edit Master title style</a:t>
            </a:r>
            <a:endParaRPr lang="ja-JP" altLang="en-US"/>
          </a:p>
        </p:txBody>
      </p:sp>
      <p:sp>
        <p:nvSpPr>
          <p:cNvPr id="3" name="コンテンツ プレースホルダ 2"/>
          <p:cNvSpPr>
            <a:spLocks noGrp="1"/>
          </p:cNvSpPr>
          <p:nvPr>
            <p:ph idx="1"/>
          </p:nvPr>
        </p:nvSpPr>
        <p:spPr>
          <a:xfrm>
            <a:off x="3575050" y="273054"/>
            <a:ext cx="5111750"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テキスト プレースホルダ 3"/>
          <p:cNvSpPr>
            <a:spLocks noGrp="1"/>
          </p:cNvSpPr>
          <p:nvPr>
            <p:ph type="body" sz="half" idx="2"/>
          </p:nvPr>
        </p:nvSpPr>
        <p:spPr>
          <a:xfrm>
            <a:off x="457202" y="1435103"/>
            <a:ext cx="3008313" cy="4691063"/>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7DD9FE35-989F-4DD4-B609-73E961EB82ED}"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629680059"/>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88271" y="719708"/>
            <a:ext cx="2287588" cy="1337695"/>
          </a:xfrm>
        </p:spPr>
        <p:txBody>
          <a:bodyPr anchor="b"/>
          <a:lstStyle>
            <a:lvl1pPr algn="l">
              <a:defRPr sz="1125" b="0">
                <a:latin typeface="Times New Roman" panose="02020603050405020304" pitchFamily="18" charset="0"/>
                <a:cs typeface="Times New Roman" panose="02020603050405020304" pitchFamily="18" charset="0"/>
              </a:defRPr>
            </a:lvl1pPr>
          </a:lstStyle>
          <a:p>
            <a:r>
              <a:rPr lang="en-US" altLang="ja-JP"/>
              <a:t>Click to edit Master title style</a:t>
            </a:r>
            <a:endParaRPr lang="ja-JP" altLang="en-US"/>
          </a:p>
        </p:txBody>
      </p:sp>
      <p:sp>
        <p:nvSpPr>
          <p:cNvPr id="3" name="図プレースホルダ 2"/>
          <p:cNvSpPr>
            <a:spLocks noGrp="1"/>
          </p:cNvSpPr>
          <p:nvPr>
            <p:ph type="pic" idx="1" hasCustomPrompt="1"/>
          </p:nvPr>
        </p:nvSpPr>
        <p:spPr>
          <a:xfrm>
            <a:off x="3200400" y="969169"/>
            <a:ext cx="5486400" cy="4370274"/>
          </a:xfrm>
        </p:spPr>
        <p:txBody>
          <a:bodyPr rtlCol="0">
            <a:normAutofit/>
          </a:bodyPr>
          <a:lstStyle>
            <a:lvl1pPr marL="0" indent="0">
              <a:buNone/>
              <a:defRPr sz="1800" b="0">
                <a:latin typeface="Times New Roman" panose="02020603050405020304" pitchFamily="18" charset="0"/>
                <a:cs typeface="Times New Roman" panose="02020603050405020304" pitchFamily="18" charset="0"/>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r>
              <a:rPr lang="en-US" altLang="ja-JP" noProof="0" dirty="0"/>
              <a:t>Picture</a:t>
            </a:r>
            <a:endParaRPr lang="ja-JP" altLang="en-US" noProof="0"/>
          </a:p>
        </p:txBody>
      </p:sp>
      <p:sp>
        <p:nvSpPr>
          <p:cNvPr id="4" name="テキスト プレースホルダ 3"/>
          <p:cNvSpPr>
            <a:spLocks noGrp="1"/>
          </p:cNvSpPr>
          <p:nvPr>
            <p:ph type="body" sz="half" idx="2"/>
          </p:nvPr>
        </p:nvSpPr>
        <p:spPr>
          <a:xfrm>
            <a:off x="457202" y="2319053"/>
            <a:ext cx="2318657" cy="3020390"/>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A38F6F3A-213B-4C3E-A989-5E57EE001806}"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62087683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01B8C820-DDB0-4537-A261-5AA8D215F026}"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1554360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42"/>
            <a:ext cx="2057400" cy="5851525"/>
          </a:xfrm>
        </p:spPr>
        <p:txBody>
          <a:bodyPr vert="eaVert"/>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a:xfrm>
            <a:off x="457200" y="274642"/>
            <a:ext cx="6019800" cy="5851525"/>
          </a:xfrm>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6D8682B9-976F-4B53-9F04-8D63F669690F}"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794044213"/>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9"/>
            <a:ext cx="7772400" cy="1470025"/>
          </a:xfrm>
        </p:spPr>
        <p:txBody>
          <a:bodyPr/>
          <a:lstStyle/>
          <a:p>
            <a:r>
              <a:rPr lang="en-US" altLang="ja-JP"/>
              <a:t>Click to edit Master title style</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ltLang="ja-JP"/>
              <a:t>Click to edit Master subtitle style</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976C102D-E8B6-4ED7-A692-F99EDC1EA61F}"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152683436"/>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idx="1"/>
          </p:nvPr>
        </p:nvSpPr>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79A4E743-B43D-4F9B-B06A-E845A63E1132}"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6036026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685800" y="2927426"/>
            <a:ext cx="7772400" cy="1362075"/>
          </a:xfrm>
        </p:spPr>
        <p:txBody>
          <a:bodyPr anchor="t"/>
          <a:lstStyle>
            <a:lvl1pPr algn="l">
              <a:defRPr sz="2250" b="0" cap="none"/>
            </a:lvl1pPr>
          </a:lstStyle>
          <a:p>
            <a:r>
              <a:rPr lang="en-US" altLang="ja-JP" dirty="0"/>
              <a:t>Click to edit master title style</a:t>
            </a:r>
            <a:endParaRPr lang="ja-JP" altLang="en-US"/>
          </a:p>
        </p:txBody>
      </p:sp>
      <p:sp>
        <p:nvSpPr>
          <p:cNvPr id="3" name="テキスト プレースホルダ 2"/>
          <p:cNvSpPr>
            <a:spLocks noGrp="1"/>
          </p:cNvSpPr>
          <p:nvPr>
            <p:ph type="body" idx="1"/>
          </p:nvPr>
        </p:nvSpPr>
        <p:spPr>
          <a:xfrm>
            <a:off x="685800" y="4386195"/>
            <a:ext cx="7772400" cy="1500187"/>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ltLang="ja-JP"/>
              <a:t>Click to edit Master text styles</a:t>
            </a:r>
          </a:p>
        </p:txBody>
      </p:sp>
      <p:sp>
        <p:nvSpPr>
          <p:cNvPr id="4" name="日付プレースホルダ 3"/>
          <p:cNvSpPr>
            <a:spLocks noGrp="1"/>
          </p:cNvSpPr>
          <p:nvPr>
            <p:ph type="dt" sz="half" idx="10"/>
          </p:nvPr>
        </p:nvSpPr>
        <p:spPr/>
        <p:txBody>
          <a:bodyPr/>
          <a:lstStyle>
            <a:lvl1pPr>
              <a:defRPr/>
            </a:lvl1pPr>
          </a:lstStyle>
          <a:p>
            <a:pPr defTabSz="685800">
              <a:defRPr/>
            </a:pPr>
            <a:fld id="{340B6D0A-E072-4A9A-83D4-FCFB4356C58E}" type="datetime1">
              <a:rPr kumimoji="0" lang="en-US" sz="900" smtClean="0">
                <a:solidFill>
                  <a:srgbClr val="EFEDE3"/>
                </a:solidFill>
                <a:latin typeface="Franklin Gothic Book" panose="020B0503020102020204"/>
              </a:rPr>
              <a:t>6/1/2025</a:t>
            </a:fld>
            <a:endParaRPr kumimoji="0" lang="en-US" sz="900">
              <a:solidFill>
                <a:srgbClr val="EFEDE3"/>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defTabSz="685800">
              <a:defRPr/>
            </a:pPr>
            <a:r>
              <a:rPr kumimoji="0" lang="en-US" sz="900">
                <a:solidFill>
                  <a:srgbClr val="EFEDE3"/>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EFEDE3"/>
                </a:solidFill>
                <a:latin typeface="Franklin Gothic Book" panose="020B0503020102020204"/>
              </a:rPr>
              <a:pPr defTabSz="685800">
                <a:defRPr/>
              </a:pPr>
              <a:t>‹#›</a:t>
            </a:fld>
            <a:endParaRPr kumimoji="0" lang="en-US" sz="900">
              <a:solidFill>
                <a:srgbClr val="EFEDE3"/>
              </a:solidFill>
              <a:latin typeface="Franklin Gothic Book" panose="020B0503020102020204"/>
            </a:endParaRPr>
          </a:p>
        </p:txBody>
      </p:sp>
    </p:spTree>
    <p:extLst>
      <p:ext uri="{BB962C8B-B14F-4D97-AF65-F5344CB8AC3E}">
        <p14:creationId xmlns:p14="http://schemas.microsoft.com/office/powerpoint/2010/main" val="286845888"/>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コンテンツ プレースホルダ 2"/>
          <p:cNvSpPr>
            <a:spLocks noGrp="1"/>
          </p:cNvSpPr>
          <p:nvPr>
            <p:ph sz="half" idx="1"/>
          </p:nvPr>
        </p:nvSpPr>
        <p:spPr>
          <a:xfrm>
            <a:off x="457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コンテンツ プレースホルダ 3"/>
          <p:cNvSpPr>
            <a:spLocks noGrp="1"/>
          </p:cNvSpPr>
          <p:nvPr>
            <p:ph sz="half" idx="2"/>
          </p:nvPr>
        </p:nvSpPr>
        <p:spPr>
          <a:xfrm>
            <a:off x="4648200" y="1600204"/>
            <a:ext cx="40386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日付プレースホルダ 3"/>
          <p:cNvSpPr>
            <a:spLocks noGrp="1"/>
          </p:cNvSpPr>
          <p:nvPr>
            <p:ph type="dt" sz="half" idx="10"/>
          </p:nvPr>
        </p:nvSpPr>
        <p:spPr/>
        <p:txBody>
          <a:bodyPr/>
          <a:lstStyle>
            <a:lvl1pPr>
              <a:defRPr/>
            </a:lvl1pPr>
          </a:lstStyle>
          <a:p>
            <a:pPr defTabSz="685800">
              <a:defRPr/>
            </a:pPr>
            <a:fld id="{322C1273-E9DF-4BBC-8D9E-DDB47B15850D}"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933071985"/>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en-US" altLang="ja-JP"/>
              <a:t>Click to edit Master title style</a:t>
            </a:r>
            <a:endParaRPr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4" name="コンテンツ プレースホルダ 3"/>
          <p:cNvSpPr>
            <a:spLocks noGrp="1"/>
          </p:cNvSpPr>
          <p:nvPr>
            <p:ph sz="half" idx="2"/>
          </p:nvPr>
        </p:nvSpPr>
        <p:spPr>
          <a:xfrm>
            <a:off x="457200" y="2174875"/>
            <a:ext cx="4040188"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テキスト プレースホルダ 4"/>
          <p:cNvSpPr>
            <a:spLocks noGrp="1"/>
          </p:cNvSpPr>
          <p:nvPr>
            <p:ph type="body" sz="quarter" idx="3"/>
          </p:nvPr>
        </p:nvSpPr>
        <p:spPr>
          <a:xfrm>
            <a:off x="4645027" y="1535113"/>
            <a:ext cx="4041775"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ltLang="ja-JP"/>
              <a:t>Click to edit Master text styles</a:t>
            </a:r>
          </a:p>
        </p:txBody>
      </p:sp>
      <p:sp>
        <p:nvSpPr>
          <p:cNvPr id="6" name="コンテンツ プレースホルダ 5"/>
          <p:cNvSpPr>
            <a:spLocks noGrp="1"/>
          </p:cNvSpPr>
          <p:nvPr>
            <p:ph sz="quarter" idx="4"/>
          </p:nvPr>
        </p:nvSpPr>
        <p:spPr>
          <a:xfrm>
            <a:off x="4645027" y="2174875"/>
            <a:ext cx="4041775"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7" name="日付プレースホルダ 3"/>
          <p:cNvSpPr>
            <a:spLocks noGrp="1"/>
          </p:cNvSpPr>
          <p:nvPr>
            <p:ph type="dt" sz="half" idx="10"/>
          </p:nvPr>
        </p:nvSpPr>
        <p:spPr/>
        <p:txBody>
          <a:bodyPr/>
          <a:lstStyle>
            <a:lvl1pPr>
              <a:defRPr/>
            </a:lvl1pPr>
          </a:lstStyle>
          <a:p>
            <a:pPr defTabSz="685800">
              <a:defRPr/>
            </a:pPr>
            <a:fld id="{848520D2-E66F-4F88-9017-B2BF2F19BD6F}"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8"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9"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2825664509"/>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日付プレースホルダ 3"/>
          <p:cNvSpPr>
            <a:spLocks noGrp="1"/>
          </p:cNvSpPr>
          <p:nvPr>
            <p:ph type="dt" sz="half" idx="10"/>
          </p:nvPr>
        </p:nvSpPr>
        <p:spPr/>
        <p:txBody>
          <a:bodyPr/>
          <a:lstStyle>
            <a:lvl1pPr>
              <a:defRPr/>
            </a:lvl1pPr>
          </a:lstStyle>
          <a:p>
            <a:pPr defTabSz="685800">
              <a:defRPr/>
            </a:pPr>
            <a:fld id="{54CE1DB2-9A72-4305-92B5-36428C53BD85}"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4"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5"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95612001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a:lvl1pPr>
          </a:lstStyle>
          <a:p>
            <a:pPr defTabSz="685800">
              <a:defRPr/>
            </a:pPr>
            <a:fld id="{41B00E44-0812-4B7B-96A8-3A2ED5F9D02E}"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3"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4"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722630258"/>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2" y="273050"/>
            <a:ext cx="3008313" cy="1162050"/>
          </a:xfrm>
        </p:spPr>
        <p:txBody>
          <a:bodyPr anchor="b"/>
          <a:lstStyle>
            <a:lvl1pPr algn="l">
              <a:defRPr sz="1125" b="1"/>
            </a:lvl1pPr>
          </a:lstStyle>
          <a:p>
            <a:r>
              <a:rPr lang="en-US" altLang="ja-JP"/>
              <a:t>Click to edit Master title style</a:t>
            </a:r>
            <a:endParaRPr lang="ja-JP" altLang="en-US"/>
          </a:p>
        </p:txBody>
      </p:sp>
      <p:sp>
        <p:nvSpPr>
          <p:cNvPr id="3" name="コンテンツ プレースホルダ 2"/>
          <p:cNvSpPr>
            <a:spLocks noGrp="1"/>
          </p:cNvSpPr>
          <p:nvPr>
            <p:ph idx="1"/>
          </p:nvPr>
        </p:nvSpPr>
        <p:spPr>
          <a:xfrm>
            <a:off x="3575050" y="273054"/>
            <a:ext cx="5111750"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テキスト プレースホルダ 3"/>
          <p:cNvSpPr>
            <a:spLocks noGrp="1"/>
          </p:cNvSpPr>
          <p:nvPr>
            <p:ph type="body" sz="half" idx="2"/>
          </p:nvPr>
        </p:nvSpPr>
        <p:spPr>
          <a:xfrm>
            <a:off x="457202" y="1435103"/>
            <a:ext cx="3008313" cy="4691063"/>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AD9B2735-CDB1-4B4B-B41E-6B9C46DF95E3}"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78677311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タイトル 1"/>
          <p:cNvSpPr>
            <a:spLocks noGrp="1"/>
          </p:cNvSpPr>
          <p:nvPr>
            <p:ph type="title"/>
          </p:nvPr>
        </p:nvSpPr>
        <p:spPr>
          <a:xfrm>
            <a:off x="488271" y="719708"/>
            <a:ext cx="2287588" cy="1337695"/>
          </a:xfrm>
        </p:spPr>
        <p:txBody>
          <a:bodyPr anchor="b"/>
          <a:lstStyle>
            <a:lvl1pPr algn="l">
              <a:defRPr sz="1125" b="0">
                <a:latin typeface="Times New Roman" panose="02020603050405020304" pitchFamily="18" charset="0"/>
                <a:cs typeface="Times New Roman" panose="02020603050405020304" pitchFamily="18" charset="0"/>
              </a:defRPr>
            </a:lvl1pPr>
          </a:lstStyle>
          <a:p>
            <a:r>
              <a:rPr lang="en-US" altLang="ja-JP"/>
              <a:t>Click to edit Master title style</a:t>
            </a:r>
            <a:endParaRPr lang="ja-JP" altLang="en-US"/>
          </a:p>
        </p:txBody>
      </p:sp>
      <p:sp>
        <p:nvSpPr>
          <p:cNvPr id="3" name="図プレースホルダ 2"/>
          <p:cNvSpPr>
            <a:spLocks noGrp="1"/>
          </p:cNvSpPr>
          <p:nvPr>
            <p:ph type="pic" idx="1" hasCustomPrompt="1"/>
          </p:nvPr>
        </p:nvSpPr>
        <p:spPr>
          <a:xfrm>
            <a:off x="3200400" y="969169"/>
            <a:ext cx="5486400" cy="4370274"/>
          </a:xfrm>
        </p:spPr>
        <p:txBody>
          <a:bodyPr rtlCol="0">
            <a:normAutofit/>
          </a:bodyPr>
          <a:lstStyle>
            <a:lvl1pPr marL="0" indent="0">
              <a:buNone/>
              <a:defRPr sz="1800" b="0">
                <a:latin typeface="Times New Roman" panose="02020603050405020304" pitchFamily="18" charset="0"/>
                <a:cs typeface="Times New Roman" panose="02020603050405020304" pitchFamily="18" charset="0"/>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r>
              <a:rPr lang="en-US" altLang="ja-JP" noProof="0" dirty="0"/>
              <a:t>Picture</a:t>
            </a:r>
            <a:endParaRPr lang="ja-JP" altLang="en-US" noProof="0"/>
          </a:p>
        </p:txBody>
      </p:sp>
      <p:sp>
        <p:nvSpPr>
          <p:cNvPr id="4" name="テキスト プレースホルダ 3"/>
          <p:cNvSpPr>
            <a:spLocks noGrp="1"/>
          </p:cNvSpPr>
          <p:nvPr>
            <p:ph type="body" sz="half" idx="2"/>
          </p:nvPr>
        </p:nvSpPr>
        <p:spPr>
          <a:xfrm>
            <a:off x="457202" y="2319053"/>
            <a:ext cx="2318657" cy="3020390"/>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ltLang="ja-JP"/>
              <a:t>Click to edit Master text styles</a:t>
            </a:r>
          </a:p>
        </p:txBody>
      </p:sp>
      <p:sp>
        <p:nvSpPr>
          <p:cNvPr id="5" name="日付プレースホルダ 3"/>
          <p:cNvSpPr>
            <a:spLocks noGrp="1"/>
          </p:cNvSpPr>
          <p:nvPr>
            <p:ph type="dt" sz="half" idx="10"/>
          </p:nvPr>
        </p:nvSpPr>
        <p:spPr/>
        <p:txBody>
          <a:bodyPr/>
          <a:lstStyle>
            <a:lvl1pPr>
              <a:defRPr/>
            </a:lvl1pPr>
          </a:lstStyle>
          <a:p>
            <a:pPr defTabSz="685800">
              <a:defRPr/>
            </a:pPr>
            <a:fld id="{2455C2A3-3AF2-48D5-B978-853ECC6CDC4F}"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6"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7"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82210234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5F08553A-3EDF-42E6-9D05-27EEC71CD694}"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3376969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42"/>
            <a:ext cx="2057400" cy="5851525"/>
          </a:xfrm>
        </p:spPr>
        <p:txBody>
          <a:bodyPr vert="eaVert"/>
          <a:lstStyle/>
          <a:p>
            <a:r>
              <a:rPr lang="en-US" altLang="ja-JP"/>
              <a:t>Click to edit Master title style</a:t>
            </a:r>
            <a:endParaRPr lang="ja-JP" altLang="en-US"/>
          </a:p>
        </p:txBody>
      </p:sp>
      <p:sp>
        <p:nvSpPr>
          <p:cNvPr id="3" name="縦書きテキスト プレースホルダ 2"/>
          <p:cNvSpPr>
            <a:spLocks noGrp="1"/>
          </p:cNvSpPr>
          <p:nvPr>
            <p:ph type="body" orient="vert" idx="1"/>
          </p:nvPr>
        </p:nvSpPr>
        <p:spPr>
          <a:xfrm>
            <a:off x="457200" y="274642"/>
            <a:ext cx="6019800" cy="5851525"/>
          </a:xfrm>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日付プレースホルダ 3"/>
          <p:cNvSpPr>
            <a:spLocks noGrp="1"/>
          </p:cNvSpPr>
          <p:nvPr>
            <p:ph type="dt" sz="half" idx="10"/>
          </p:nvPr>
        </p:nvSpPr>
        <p:spPr/>
        <p:txBody>
          <a:bodyPr/>
          <a:lstStyle>
            <a:lvl1pPr>
              <a:defRPr/>
            </a:lvl1pPr>
          </a:lstStyle>
          <a:p>
            <a:pPr defTabSz="685800">
              <a:defRPr/>
            </a:pPr>
            <a:fld id="{6928732D-AA7C-49CF-933B-31FBBE08509A}"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11"/>
          </p:nvPr>
        </p:nvSpPr>
        <p:spPr/>
        <p:txBody>
          <a:bodyPr/>
          <a:lstStyle>
            <a:lvl1pPr>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12"/>
          </p:nvPr>
        </p:nvSpPr>
        <p:spPr/>
        <p:txBody>
          <a:bodyPr/>
          <a:lstStyle>
            <a:lvl1pPr>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spTree>
    <p:extLst>
      <p:ext uri="{BB962C8B-B14F-4D97-AF65-F5344CB8AC3E}">
        <p14:creationId xmlns:p14="http://schemas.microsoft.com/office/powerpoint/2010/main" val="122410596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正方形/長方形 7"/>
          <p:cNvSpPr/>
          <p:nvPr/>
        </p:nvSpPr>
        <p:spPr>
          <a:xfrm>
            <a:off x="0" y="6057875"/>
            <a:ext cx="9144000" cy="792088"/>
          </a:xfrm>
          <a:prstGeom prst="rect">
            <a:avLst/>
          </a:prstGeom>
          <a:gradFill flip="none" rotWithShape="1">
            <a:gsLst>
              <a:gs pos="0">
                <a:srgbClr val="5E9EFF"/>
              </a:gs>
              <a:gs pos="80000">
                <a:srgbClr val="85C2FF">
                  <a:alpha val="0"/>
                </a:srgbClr>
              </a:gs>
              <a:gs pos="100000">
                <a:srgbClr val="85C2FF">
                  <a:alpha val="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ja-JP" altLang="en-US" sz="1013"/>
          </a:p>
        </p:txBody>
      </p:sp>
      <p:sp>
        <p:nvSpPr>
          <p:cNvPr id="1029" name="タイトル プレースホル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ja-JP" altLang="en-US"/>
          </a:p>
        </p:txBody>
      </p:sp>
      <p:sp>
        <p:nvSpPr>
          <p:cNvPr id="1030" name="テキスト プレースホルダ 2"/>
          <p:cNvSpPr>
            <a:spLocks noGrp="1"/>
          </p:cNvSpPr>
          <p:nvPr>
            <p:ph type="body" idx="1"/>
          </p:nvPr>
        </p:nvSpPr>
        <p:spPr bwMode="auto">
          <a:xfrm>
            <a:off x="457200" y="1600204"/>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ja-JP" altLang="en-US" dirty="0"/>
          </a:p>
        </p:txBody>
      </p:sp>
      <p:sp>
        <p:nvSpPr>
          <p:cNvPr id="4" name="日付プレースホルダ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2057210F-B422-43C5-AF42-AA15C518596F}"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675">
                <a:solidFill>
                  <a:schemeClr val="tx1">
                    <a:tint val="75000"/>
                  </a:schemeClr>
                </a:solidFill>
                <a:latin typeface="+mn-lt"/>
                <a:ea typeface="+mn-ea"/>
                <a:cs typeface="+mn-cs"/>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pic>
        <p:nvPicPr>
          <p:cNvPr id="9" name="Picture 4" descr="Image result for aiub logo"/>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2" y="6141603"/>
            <a:ext cx="724917" cy="73183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702308" y="6057879"/>
            <a:ext cx="2662908" cy="507831"/>
          </a:xfrm>
          <a:prstGeom prst="rect">
            <a:avLst/>
          </a:prstGeom>
        </p:spPr>
        <p:txBody>
          <a:bodyPr wrap="none">
            <a:spAutoFit/>
          </a:bodyPr>
          <a:lstStyle/>
          <a:p>
            <a:pPr algn="l" eaLnBrk="1" latinLnBrk="1" hangingPunct="1"/>
            <a:endPar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rPr>
              <a:t>Faculty of Engineering</a:t>
            </a:r>
            <a:endParaRPr lang="en-US" altLang="ja-JP" sz="900" b="1" i="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American</a:t>
            </a:r>
            <a:r>
              <a:rPr lang="en-US" altLang="ja-JP" sz="900" b="1" i="0" baseline="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 International University-Bangladesh</a:t>
            </a:r>
            <a:endPar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endParaRPr>
          </a:p>
        </p:txBody>
      </p:sp>
    </p:spTree>
    <p:extLst>
      <p:ext uri="{BB962C8B-B14F-4D97-AF65-F5344CB8AC3E}">
        <p14:creationId xmlns:p14="http://schemas.microsoft.com/office/powerpoint/2010/main" val="3951947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fontAlgn="base" hangingPunct="1">
        <a:spcBef>
          <a:spcPct val="0"/>
        </a:spcBef>
        <a:spcAft>
          <a:spcPct val="0"/>
        </a:spcAft>
        <a:defRPr kumimoji="1" sz="2475" kern="1200">
          <a:solidFill>
            <a:schemeClr val="tx1"/>
          </a:solidFill>
          <a:latin typeface="Times New Roman" panose="02020603050405020304" pitchFamily="18" charset="0"/>
          <a:ea typeface="+mj-ea"/>
          <a:cs typeface="Times New Roman" panose="02020603050405020304" pitchFamily="18" charset="0"/>
        </a:defRPr>
      </a:lvl1pPr>
      <a:lvl2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2pPr>
      <a:lvl3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3pPr>
      <a:lvl4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4pPr>
      <a:lvl5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5pPr>
      <a:lvl6pPr marL="25717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6pPr>
      <a:lvl7pPr marL="51435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7pPr>
      <a:lvl8pPr marL="77152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8pPr>
      <a:lvl9pPr marL="102870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9pPr>
    </p:titleStyle>
    <p:bodyStyle>
      <a:lvl1pPr marL="192881" indent="-192881" algn="l" rtl="0" eaLnBrk="1" fontAlgn="base" hangingPunct="1">
        <a:spcBef>
          <a:spcPct val="20000"/>
        </a:spcBef>
        <a:spcAft>
          <a:spcPct val="0"/>
        </a:spcAft>
        <a:buFont typeface="Arial" panose="020B0604020202020204" pitchFamily="34" charset="0"/>
        <a:buChar char="•"/>
        <a:defRPr kumimoji="1" sz="1800" kern="1200">
          <a:solidFill>
            <a:schemeClr val="tx1"/>
          </a:solidFill>
          <a:latin typeface="+mn-lt"/>
          <a:ea typeface="+mn-ea"/>
          <a:cs typeface="ＭＳ Ｐゴシック"/>
        </a:defRPr>
      </a:lvl1pPr>
      <a:lvl2pPr marL="417910" indent="-160735" algn="l" rtl="0" eaLnBrk="1" fontAlgn="base" hangingPunct="1">
        <a:spcBef>
          <a:spcPct val="20000"/>
        </a:spcBef>
        <a:spcAft>
          <a:spcPct val="0"/>
        </a:spcAft>
        <a:buFont typeface="Arial" panose="020B0604020202020204" pitchFamily="34" charset="0"/>
        <a:buChar char="–"/>
        <a:defRPr kumimoji="1" sz="1575" kern="1200">
          <a:solidFill>
            <a:schemeClr val="tx1"/>
          </a:solidFill>
          <a:latin typeface="+mn-lt"/>
          <a:ea typeface="+mn-ea"/>
          <a:cs typeface="ＭＳ Ｐゴシック"/>
        </a:defRPr>
      </a:lvl2pPr>
      <a:lvl3pPr marL="642938" indent="-128588" algn="l" rtl="0" eaLnBrk="1" fontAlgn="base" hangingPunct="1">
        <a:spcBef>
          <a:spcPct val="20000"/>
        </a:spcBef>
        <a:spcAft>
          <a:spcPct val="0"/>
        </a:spcAft>
        <a:buFont typeface="Arial" panose="020B0604020202020204" pitchFamily="34" charset="0"/>
        <a:buChar char="•"/>
        <a:defRPr kumimoji="1" sz="1350" kern="1200">
          <a:solidFill>
            <a:schemeClr val="tx1"/>
          </a:solidFill>
          <a:latin typeface="+mn-lt"/>
          <a:ea typeface="+mn-ea"/>
          <a:cs typeface="ＭＳ Ｐゴシック"/>
        </a:defRPr>
      </a:lvl3pPr>
      <a:lvl4pPr marL="900113"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4pPr>
      <a:lvl5pPr marL="1157288"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5pPr>
      <a:lvl6pPr marL="141446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9pPr>
    </p:bodyStyle>
    <p:otherStyle>
      <a:defPPr>
        <a:defRPr lang="ja-JP"/>
      </a:defPPr>
      <a:lvl1pPr marL="0" algn="l" defTabSz="514350" rtl="0" eaLnBrk="1" latinLnBrk="0" hangingPunct="1">
        <a:defRPr kumimoji="1" sz="1013" kern="1200">
          <a:solidFill>
            <a:schemeClr val="tx1"/>
          </a:solidFill>
          <a:latin typeface="+mn-lt"/>
          <a:ea typeface="+mn-ea"/>
          <a:cs typeface="+mn-cs"/>
        </a:defRPr>
      </a:lvl1pPr>
      <a:lvl2pPr marL="257175" algn="l" defTabSz="514350" rtl="0" eaLnBrk="1" latinLnBrk="0" hangingPunct="1">
        <a:defRPr kumimoji="1" sz="1013" kern="1200">
          <a:solidFill>
            <a:schemeClr val="tx1"/>
          </a:solidFill>
          <a:latin typeface="+mn-lt"/>
          <a:ea typeface="+mn-ea"/>
          <a:cs typeface="+mn-cs"/>
        </a:defRPr>
      </a:lvl2pPr>
      <a:lvl3pPr marL="514350" algn="l" defTabSz="514350" rtl="0" eaLnBrk="1" latinLnBrk="0" hangingPunct="1">
        <a:defRPr kumimoji="1" sz="1013" kern="1200">
          <a:solidFill>
            <a:schemeClr val="tx1"/>
          </a:solidFill>
          <a:latin typeface="+mn-lt"/>
          <a:ea typeface="+mn-ea"/>
          <a:cs typeface="+mn-cs"/>
        </a:defRPr>
      </a:lvl3pPr>
      <a:lvl4pPr marL="771525" algn="l" defTabSz="514350" rtl="0" eaLnBrk="1" latinLnBrk="0" hangingPunct="1">
        <a:defRPr kumimoji="1" sz="1013" kern="1200">
          <a:solidFill>
            <a:schemeClr val="tx1"/>
          </a:solidFill>
          <a:latin typeface="+mn-lt"/>
          <a:ea typeface="+mn-ea"/>
          <a:cs typeface="+mn-cs"/>
        </a:defRPr>
      </a:lvl4pPr>
      <a:lvl5pPr marL="1028700" algn="l" defTabSz="514350" rtl="0" eaLnBrk="1" latinLnBrk="0" hangingPunct="1">
        <a:defRPr kumimoji="1" sz="1013" kern="1200">
          <a:solidFill>
            <a:schemeClr val="tx1"/>
          </a:solidFill>
          <a:latin typeface="+mn-lt"/>
          <a:ea typeface="+mn-ea"/>
          <a:cs typeface="+mn-cs"/>
        </a:defRPr>
      </a:lvl5pPr>
      <a:lvl6pPr marL="1285875" algn="l" defTabSz="514350" rtl="0" eaLnBrk="1" latinLnBrk="0" hangingPunct="1">
        <a:defRPr kumimoji="1" sz="1013" kern="1200">
          <a:solidFill>
            <a:schemeClr val="tx1"/>
          </a:solidFill>
          <a:latin typeface="+mn-lt"/>
          <a:ea typeface="+mn-ea"/>
          <a:cs typeface="+mn-cs"/>
        </a:defRPr>
      </a:lvl6pPr>
      <a:lvl7pPr marL="1543050" algn="l" defTabSz="514350" rtl="0" eaLnBrk="1" latinLnBrk="0" hangingPunct="1">
        <a:defRPr kumimoji="1" sz="1013" kern="1200">
          <a:solidFill>
            <a:schemeClr val="tx1"/>
          </a:solidFill>
          <a:latin typeface="+mn-lt"/>
          <a:ea typeface="+mn-ea"/>
          <a:cs typeface="+mn-cs"/>
        </a:defRPr>
      </a:lvl7pPr>
      <a:lvl8pPr marL="1800225" algn="l" defTabSz="514350" rtl="0" eaLnBrk="1" latinLnBrk="0" hangingPunct="1">
        <a:defRPr kumimoji="1" sz="1013" kern="1200">
          <a:solidFill>
            <a:schemeClr val="tx1"/>
          </a:solidFill>
          <a:latin typeface="+mn-lt"/>
          <a:ea typeface="+mn-ea"/>
          <a:cs typeface="+mn-cs"/>
        </a:defRPr>
      </a:lvl8pPr>
      <a:lvl9pPr marL="2057400" algn="l" defTabSz="514350" rtl="0" eaLnBrk="1" latinLnBrk="0" hangingPunct="1">
        <a:defRPr kumimoji="1" sz="1013"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正方形/長方形 7"/>
          <p:cNvSpPr/>
          <p:nvPr/>
        </p:nvSpPr>
        <p:spPr>
          <a:xfrm>
            <a:off x="0" y="6057875"/>
            <a:ext cx="9144000" cy="792088"/>
          </a:xfrm>
          <a:prstGeom prst="rect">
            <a:avLst/>
          </a:prstGeom>
          <a:gradFill flip="none" rotWithShape="1">
            <a:gsLst>
              <a:gs pos="0">
                <a:srgbClr val="5E9EFF"/>
              </a:gs>
              <a:gs pos="80000">
                <a:srgbClr val="85C2FF">
                  <a:alpha val="0"/>
                </a:srgbClr>
              </a:gs>
              <a:gs pos="100000">
                <a:srgbClr val="85C2FF">
                  <a:alpha val="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ja-JP" altLang="en-US" sz="1013"/>
          </a:p>
        </p:txBody>
      </p:sp>
      <p:sp>
        <p:nvSpPr>
          <p:cNvPr id="1029" name="タイトル プレースホル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ja-JP" altLang="en-US"/>
          </a:p>
        </p:txBody>
      </p:sp>
      <p:sp>
        <p:nvSpPr>
          <p:cNvPr id="1030" name="テキスト プレースホルダ 2"/>
          <p:cNvSpPr>
            <a:spLocks noGrp="1"/>
          </p:cNvSpPr>
          <p:nvPr>
            <p:ph type="body" idx="1"/>
          </p:nvPr>
        </p:nvSpPr>
        <p:spPr bwMode="auto">
          <a:xfrm>
            <a:off x="457200" y="1600204"/>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ja-JP" altLang="en-US" dirty="0"/>
          </a:p>
        </p:txBody>
      </p:sp>
      <p:sp>
        <p:nvSpPr>
          <p:cNvPr id="4" name="日付プレースホルダ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488FE6E3-93CC-41EA-89C2-9750962A83AA}"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675">
                <a:solidFill>
                  <a:schemeClr val="tx1">
                    <a:tint val="75000"/>
                  </a:schemeClr>
                </a:solidFill>
                <a:latin typeface="+mn-lt"/>
                <a:ea typeface="+mn-ea"/>
                <a:cs typeface="+mn-cs"/>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pic>
        <p:nvPicPr>
          <p:cNvPr id="9" name="Picture 4" descr="Image result for aiub logo"/>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2" y="6141603"/>
            <a:ext cx="724917" cy="73183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702308" y="6057879"/>
            <a:ext cx="2662908" cy="507831"/>
          </a:xfrm>
          <a:prstGeom prst="rect">
            <a:avLst/>
          </a:prstGeom>
        </p:spPr>
        <p:txBody>
          <a:bodyPr wrap="none">
            <a:spAutoFit/>
          </a:bodyPr>
          <a:lstStyle/>
          <a:p>
            <a:pPr algn="l" eaLnBrk="1" latinLnBrk="1" hangingPunct="1"/>
            <a:endPar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rPr>
              <a:t>Faculty of Engineering</a:t>
            </a:r>
            <a:endParaRPr lang="en-US" altLang="ja-JP" sz="900" b="1" i="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American</a:t>
            </a:r>
            <a:r>
              <a:rPr lang="en-US" altLang="ja-JP" sz="900" b="1" i="0" baseline="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 International University-Bangladesh</a:t>
            </a:r>
            <a:endPar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endParaRPr>
          </a:p>
        </p:txBody>
      </p:sp>
    </p:spTree>
    <p:extLst>
      <p:ext uri="{BB962C8B-B14F-4D97-AF65-F5344CB8AC3E}">
        <p14:creationId xmlns:p14="http://schemas.microsoft.com/office/powerpoint/2010/main" val="251080772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rtl="0" eaLnBrk="1" fontAlgn="base" hangingPunct="1">
        <a:spcBef>
          <a:spcPct val="0"/>
        </a:spcBef>
        <a:spcAft>
          <a:spcPct val="0"/>
        </a:spcAft>
        <a:defRPr kumimoji="1" sz="2475" kern="1200">
          <a:solidFill>
            <a:schemeClr val="tx1"/>
          </a:solidFill>
          <a:latin typeface="Times New Roman" panose="02020603050405020304" pitchFamily="18" charset="0"/>
          <a:ea typeface="+mj-ea"/>
          <a:cs typeface="Times New Roman" panose="02020603050405020304" pitchFamily="18" charset="0"/>
        </a:defRPr>
      </a:lvl1pPr>
      <a:lvl2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2pPr>
      <a:lvl3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3pPr>
      <a:lvl4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4pPr>
      <a:lvl5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5pPr>
      <a:lvl6pPr marL="25717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6pPr>
      <a:lvl7pPr marL="51435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7pPr>
      <a:lvl8pPr marL="77152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8pPr>
      <a:lvl9pPr marL="102870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9pPr>
    </p:titleStyle>
    <p:bodyStyle>
      <a:lvl1pPr marL="192881" indent="-192881" algn="l" rtl="0" eaLnBrk="1" fontAlgn="base" hangingPunct="1">
        <a:spcBef>
          <a:spcPct val="20000"/>
        </a:spcBef>
        <a:spcAft>
          <a:spcPct val="0"/>
        </a:spcAft>
        <a:buFont typeface="Arial" panose="020B0604020202020204" pitchFamily="34" charset="0"/>
        <a:buChar char="•"/>
        <a:defRPr kumimoji="1" sz="1800" kern="1200">
          <a:solidFill>
            <a:schemeClr val="tx1"/>
          </a:solidFill>
          <a:latin typeface="+mn-lt"/>
          <a:ea typeface="+mn-ea"/>
          <a:cs typeface="ＭＳ Ｐゴシック"/>
        </a:defRPr>
      </a:lvl1pPr>
      <a:lvl2pPr marL="417910" indent="-160735" algn="l" rtl="0" eaLnBrk="1" fontAlgn="base" hangingPunct="1">
        <a:spcBef>
          <a:spcPct val="20000"/>
        </a:spcBef>
        <a:spcAft>
          <a:spcPct val="0"/>
        </a:spcAft>
        <a:buFont typeface="Arial" panose="020B0604020202020204" pitchFamily="34" charset="0"/>
        <a:buChar char="–"/>
        <a:defRPr kumimoji="1" sz="1575" kern="1200">
          <a:solidFill>
            <a:schemeClr val="tx1"/>
          </a:solidFill>
          <a:latin typeface="+mn-lt"/>
          <a:ea typeface="+mn-ea"/>
          <a:cs typeface="ＭＳ Ｐゴシック"/>
        </a:defRPr>
      </a:lvl2pPr>
      <a:lvl3pPr marL="642938" indent="-128588" algn="l" rtl="0" eaLnBrk="1" fontAlgn="base" hangingPunct="1">
        <a:spcBef>
          <a:spcPct val="20000"/>
        </a:spcBef>
        <a:spcAft>
          <a:spcPct val="0"/>
        </a:spcAft>
        <a:buFont typeface="Arial" panose="020B0604020202020204" pitchFamily="34" charset="0"/>
        <a:buChar char="•"/>
        <a:defRPr kumimoji="1" sz="1350" kern="1200">
          <a:solidFill>
            <a:schemeClr val="tx1"/>
          </a:solidFill>
          <a:latin typeface="+mn-lt"/>
          <a:ea typeface="+mn-ea"/>
          <a:cs typeface="ＭＳ Ｐゴシック"/>
        </a:defRPr>
      </a:lvl3pPr>
      <a:lvl4pPr marL="900113"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4pPr>
      <a:lvl5pPr marL="1157288"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5pPr>
      <a:lvl6pPr marL="141446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9pPr>
    </p:bodyStyle>
    <p:otherStyle>
      <a:defPPr>
        <a:defRPr lang="ja-JP"/>
      </a:defPPr>
      <a:lvl1pPr marL="0" algn="l" defTabSz="514350" rtl="0" eaLnBrk="1" latinLnBrk="0" hangingPunct="1">
        <a:defRPr kumimoji="1" sz="1013" kern="1200">
          <a:solidFill>
            <a:schemeClr val="tx1"/>
          </a:solidFill>
          <a:latin typeface="+mn-lt"/>
          <a:ea typeface="+mn-ea"/>
          <a:cs typeface="+mn-cs"/>
        </a:defRPr>
      </a:lvl1pPr>
      <a:lvl2pPr marL="257175" algn="l" defTabSz="514350" rtl="0" eaLnBrk="1" latinLnBrk="0" hangingPunct="1">
        <a:defRPr kumimoji="1" sz="1013" kern="1200">
          <a:solidFill>
            <a:schemeClr val="tx1"/>
          </a:solidFill>
          <a:latin typeface="+mn-lt"/>
          <a:ea typeface="+mn-ea"/>
          <a:cs typeface="+mn-cs"/>
        </a:defRPr>
      </a:lvl2pPr>
      <a:lvl3pPr marL="514350" algn="l" defTabSz="514350" rtl="0" eaLnBrk="1" latinLnBrk="0" hangingPunct="1">
        <a:defRPr kumimoji="1" sz="1013" kern="1200">
          <a:solidFill>
            <a:schemeClr val="tx1"/>
          </a:solidFill>
          <a:latin typeface="+mn-lt"/>
          <a:ea typeface="+mn-ea"/>
          <a:cs typeface="+mn-cs"/>
        </a:defRPr>
      </a:lvl3pPr>
      <a:lvl4pPr marL="771525" algn="l" defTabSz="514350" rtl="0" eaLnBrk="1" latinLnBrk="0" hangingPunct="1">
        <a:defRPr kumimoji="1" sz="1013" kern="1200">
          <a:solidFill>
            <a:schemeClr val="tx1"/>
          </a:solidFill>
          <a:latin typeface="+mn-lt"/>
          <a:ea typeface="+mn-ea"/>
          <a:cs typeface="+mn-cs"/>
        </a:defRPr>
      </a:lvl4pPr>
      <a:lvl5pPr marL="1028700" algn="l" defTabSz="514350" rtl="0" eaLnBrk="1" latinLnBrk="0" hangingPunct="1">
        <a:defRPr kumimoji="1" sz="1013" kern="1200">
          <a:solidFill>
            <a:schemeClr val="tx1"/>
          </a:solidFill>
          <a:latin typeface="+mn-lt"/>
          <a:ea typeface="+mn-ea"/>
          <a:cs typeface="+mn-cs"/>
        </a:defRPr>
      </a:lvl5pPr>
      <a:lvl6pPr marL="1285875" algn="l" defTabSz="514350" rtl="0" eaLnBrk="1" latinLnBrk="0" hangingPunct="1">
        <a:defRPr kumimoji="1" sz="1013" kern="1200">
          <a:solidFill>
            <a:schemeClr val="tx1"/>
          </a:solidFill>
          <a:latin typeface="+mn-lt"/>
          <a:ea typeface="+mn-ea"/>
          <a:cs typeface="+mn-cs"/>
        </a:defRPr>
      </a:lvl6pPr>
      <a:lvl7pPr marL="1543050" algn="l" defTabSz="514350" rtl="0" eaLnBrk="1" latinLnBrk="0" hangingPunct="1">
        <a:defRPr kumimoji="1" sz="1013" kern="1200">
          <a:solidFill>
            <a:schemeClr val="tx1"/>
          </a:solidFill>
          <a:latin typeface="+mn-lt"/>
          <a:ea typeface="+mn-ea"/>
          <a:cs typeface="+mn-cs"/>
        </a:defRPr>
      </a:lvl7pPr>
      <a:lvl8pPr marL="1800225" algn="l" defTabSz="514350" rtl="0" eaLnBrk="1" latinLnBrk="0" hangingPunct="1">
        <a:defRPr kumimoji="1" sz="1013" kern="1200">
          <a:solidFill>
            <a:schemeClr val="tx1"/>
          </a:solidFill>
          <a:latin typeface="+mn-lt"/>
          <a:ea typeface="+mn-ea"/>
          <a:cs typeface="+mn-cs"/>
        </a:defRPr>
      </a:lvl8pPr>
      <a:lvl9pPr marL="2057400" algn="l" defTabSz="514350" rtl="0" eaLnBrk="1" latinLnBrk="0" hangingPunct="1">
        <a:defRPr kumimoji="1" sz="1013"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正方形/長方形 7"/>
          <p:cNvSpPr/>
          <p:nvPr/>
        </p:nvSpPr>
        <p:spPr>
          <a:xfrm>
            <a:off x="0" y="6057875"/>
            <a:ext cx="9144000" cy="792088"/>
          </a:xfrm>
          <a:prstGeom prst="rect">
            <a:avLst/>
          </a:prstGeom>
          <a:gradFill flip="none" rotWithShape="1">
            <a:gsLst>
              <a:gs pos="0">
                <a:srgbClr val="5E9EFF"/>
              </a:gs>
              <a:gs pos="80000">
                <a:srgbClr val="85C2FF">
                  <a:alpha val="0"/>
                </a:srgbClr>
              </a:gs>
              <a:gs pos="100000">
                <a:srgbClr val="85C2FF">
                  <a:alpha val="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ja-JP" altLang="en-US" sz="1013"/>
          </a:p>
        </p:txBody>
      </p:sp>
      <p:sp>
        <p:nvSpPr>
          <p:cNvPr id="1029" name="タイトル プレースホル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ja-JP" altLang="en-US"/>
          </a:p>
        </p:txBody>
      </p:sp>
      <p:sp>
        <p:nvSpPr>
          <p:cNvPr id="1030" name="テキスト プレースホルダ 2"/>
          <p:cNvSpPr>
            <a:spLocks noGrp="1"/>
          </p:cNvSpPr>
          <p:nvPr>
            <p:ph type="body" idx="1"/>
          </p:nvPr>
        </p:nvSpPr>
        <p:spPr bwMode="auto">
          <a:xfrm>
            <a:off x="457200" y="1600204"/>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ja-JP" altLang="en-US" dirty="0"/>
          </a:p>
        </p:txBody>
      </p:sp>
      <p:sp>
        <p:nvSpPr>
          <p:cNvPr id="4" name="日付プレースホルダ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85D5FBD6-6D17-4430-9FCF-502C06D78CF8}"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675">
                <a:solidFill>
                  <a:schemeClr val="tx1">
                    <a:tint val="75000"/>
                  </a:schemeClr>
                </a:solidFill>
                <a:latin typeface="+mn-lt"/>
                <a:ea typeface="+mn-ea"/>
                <a:cs typeface="+mn-cs"/>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pic>
        <p:nvPicPr>
          <p:cNvPr id="9" name="Picture 4" descr="Image result for aiub logo"/>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2" y="6141603"/>
            <a:ext cx="724917" cy="73183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702308" y="6057879"/>
            <a:ext cx="2662908" cy="507831"/>
          </a:xfrm>
          <a:prstGeom prst="rect">
            <a:avLst/>
          </a:prstGeom>
        </p:spPr>
        <p:txBody>
          <a:bodyPr wrap="none">
            <a:spAutoFit/>
          </a:bodyPr>
          <a:lstStyle/>
          <a:p>
            <a:pPr algn="l" eaLnBrk="1" latinLnBrk="1" hangingPunct="1"/>
            <a:endPar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rPr>
              <a:t>Faculty of Engineering</a:t>
            </a:r>
            <a:endParaRPr lang="en-US" altLang="ja-JP" sz="900" b="1" i="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American</a:t>
            </a:r>
            <a:r>
              <a:rPr lang="en-US" altLang="ja-JP" sz="900" b="1" i="0" baseline="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 International University-Bangladesh</a:t>
            </a:r>
            <a:endPar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endParaRPr>
          </a:p>
        </p:txBody>
      </p:sp>
    </p:spTree>
    <p:extLst>
      <p:ext uri="{BB962C8B-B14F-4D97-AF65-F5344CB8AC3E}">
        <p14:creationId xmlns:p14="http://schemas.microsoft.com/office/powerpoint/2010/main" val="87391907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rtl="0" eaLnBrk="1" fontAlgn="base" hangingPunct="1">
        <a:spcBef>
          <a:spcPct val="0"/>
        </a:spcBef>
        <a:spcAft>
          <a:spcPct val="0"/>
        </a:spcAft>
        <a:defRPr kumimoji="1" sz="2475" kern="1200">
          <a:solidFill>
            <a:schemeClr val="tx1"/>
          </a:solidFill>
          <a:latin typeface="Times New Roman" panose="02020603050405020304" pitchFamily="18" charset="0"/>
          <a:ea typeface="+mj-ea"/>
          <a:cs typeface="Times New Roman" panose="02020603050405020304" pitchFamily="18" charset="0"/>
        </a:defRPr>
      </a:lvl1pPr>
      <a:lvl2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2pPr>
      <a:lvl3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3pPr>
      <a:lvl4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4pPr>
      <a:lvl5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5pPr>
      <a:lvl6pPr marL="25717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6pPr>
      <a:lvl7pPr marL="51435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7pPr>
      <a:lvl8pPr marL="77152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8pPr>
      <a:lvl9pPr marL="102870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9pPr>
    </p:titleStyle>
    <p:bodyStyle>
      <a:lvl1pPr marL="192881" indent="-192881" algn="l" rtl="0" eaLnBrk="1" fontAlgn="base" hangingPunct="1">
        <a:spcBef>
          <a:spcPct val="20000"/>
        </a:spcBef>
        <a:spcAft>
          <a:spcPct val="0"/>
        </a:spcAft>
        <a:buFont typeface="Arial" panose="020B0604020202020204" pitchFamily="34" charset="0"/>
        <a:buChar char="•"/>
        <a:defRPr kumimoji="1" sz="1800" kern="1200">
          <a:solidFill>
            <a:schemeClr val="tx1"/>
          </a:solidFill>
          <a:latin typeface="+mn-lt"/>
          <a:ea typeface="+mn-ea"/>
          <a:cs typeface="ＭＳ Ｐゴシック"/>
        </a:defRPr>
      </a:lvl1pPr>
      <a:lvl2pPr marL="417910" indent="-160735" algn="l" rtl="0" eaLnBrk="1" fontAlgn="base" hangingPunct="1">
        <a:spcBef>
          <a:spcPct val="20000"/>
        </a:spcBef>
        <a:spcAft>
          <a:spcPct val="0"/>
        </a:spcAft>
        <a:buFont typeface="Arial" panose="020B0604020202020204" pitchFamily="34" charset="0"/>
        <a:buChar char="–"/>
        <a:defRPr kumimoji="1" sz="1575" kern="1200">
          <a:solidFill>
            <a:schemeClr val="tx1"/>
          </a:solidFill>
          <a:latin typeface="+mn-lt"/>
          <a:ea typeface="+mn-ea"/>
          <a:cs typeface="ＭＳ Ｐゴシック"/>
        </a:defRPr>
      </a:lvl2pPr>
      <a:lvl3pPr marL="642938" indent="-128588" algn="l" rtl="0" eaLnBrk="1" fontAlgn="base" hangingPunct="1">
        <a:spcBef>
          <a:spcPct val="20000"/>
        </a:spcBef>
        <a:spcAft>
          <a:spcPct val="0"/>
        </a:spcAft>
        <a:buFont typeface="Arial" panose="020B0604020202020204" pitchFamily="34" charset="0"/>
        <a:buChar char="•"/>
        <a:defRPr kumimoji="1" sz="1350" kern="1200">
          <a:solidFill>
            <a:schemeClr val="tx1"/>
          </a:solidFill>
          <a:latin typeface="+mn-lt"/>
          <a:ea typeface="+mn-ea"/>
          <a:cs typeface="ＭＳ Ｐゴシック"/>
        </a:defRPr>
      </a:lvl3pPr>
      <a:lvl4pPr marL="900113"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4pPr>
      <a:lvl5pPr marL="1157288"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5pPr>
      <a:lvl6pPr marL="141446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9pPr>
    </p:bodyStyle>
    <p:otherStyle>
      <a:defPPr>
        <a:defRPr lang="ja-JP"/>
      </a:defPPr>
      <a:lvl1pPr marL="0" algn="l" defTabSz="514350" rtl="0" eaLnBrk="1" latinLnBrk="0" hangingPunct="1">
        <a:defRPr kumimoji="1" sz="1013" kern="1200">
          <a:solidFill>
            <a:schemeClr val="tx1"/>
          </a:solidFill>
          <a:latin typeface="+mn-lt"/>
          <a:ea typeface="+mn-ea"/>
          <a:cs typeface="+mn-cs"/>
        </a:defRPr>
      </a:lvl1pPr>
      <a:lvl2pPr marL="257175" algn="l" defTabSz="514350" rtl="0" eaLnBrk="1" latinLnBrk="0" hangingPunct="1">
        <a:defRPr kumimoji="1" sz="1013" kern="1200">
          <a:solidFill>
            <a:schemeClr val="tx1"/>
          </a:solidFill>
          <a:latin typeface="+mn-lt"/>
          <a:ea typeface="+mn-ea"/>
          <a:cs typeface="+mn-cs"/>
        </a:defRPr>
      </a:lvl2pPr>
      <a:lvl3pPr marL="514350" algn="l" defTabSz="514350" rtl="0" eaLnBrk="1" latinLnBrk="0" hangingPunct="1">
        <a:defRPr kumimoji="1" sz="1013" kern="1200">
          <a:solidFill>
            <a:schemeClr val="tx1"/>
          </a:solidFill>
          <a:latin typeface="+mn-lt"/>
          <a:ea typeface="+mn-ea"/>
          <a:cs typeface="+mn-cs"/>
        </a:defRPr>
      </a:lvl3pPr>
      <a:lvl4pPr marL="771525" algn="l" defTabSz="514350" rtl="0" eaLnBrk="1" latinLnBrk="0" hangingPunct="1">
        <a:defRPr kumimoji="1" sz="1013" kern="1200">
          <a:solidFill>
            <a:schemeClr val="tx1"/>
          </a:solidFill>
          <a:latin typeface="+mn-lt"/>
          <a:ea typeface="+mn-ea"/>
          <a:cs typeface="+mn-cs"/>
        </a:defRPr>
      </a:lvl4pPr>
      <a:lvl5pPr marL="1028700" algn="l" defTabSz="514350" rtl="0" eaLnBrk="1" latinLnBrk="0" hangingPunct="1">
        <a:defRPr kumimoji="1" sz="1013" kern="1200">
          <a:solidFill>
            <a:schemeClr val="tx1"/>
          </a:solidFill>
          <a:latin typeface="+mn-lt"/>
          <a:ea typeface="+mn-ea"/>
          <a:cs typeface="+mn-cs"/>
        </a:defRPr>
      </a:lvl5pPr>
      <a:lvl6pPr marL="1285875" algn="l" defTabSz="514350" rtl="0" eaLnBrk="1" latinLnBrk="0" hangingPunct="1">
        <a:defRPr kumimoji="1" sz="1013" kern="1200">
          <a:solidFill>
            <a:schemeClr val="tx1"/>
          </a:solidFill>
          <a:latin typeface="+mn-lt"/>
          <a:ea typeface="+mn-ea"/>
          <a:cs typeface="+mn-cs"/>
        </a:defRPr>
      </a:lvl6pPr>
      <a:lvl7pPr marL="1543050" algn="l" defTabSz="514350" rtl="0" eaLnBrk="1" latinLnBrk="0" hangingPunct="1">
        <a:defRPr kumimoji="1" sz="1013" kern="1200">
          <a:solidFill>
            <a:schemeClr val="tx1"/>
          </a:solidFill>
          <a:latin typeface="+mn-lt"/>
          <a:ea typeface="+mn-ea"/>
          <a:cs typeface="+mn-cs"/>
        </a:defRPr>
      </a:lvl7pPr>
      <a:lvl8pPr marL="1800225" algn="l" defTabSz="514350" rtl="0" eaLnBrk="1" latinLnBrk="0" hangingPunct="1">
        <a:defRPr kumimoji="1" sz="1013" kern="1200">
          <a:solidFill>
            <a:schemeClr val="tx1"/>
          </a:solidFill>
          <a:latin typeface="+mn-lt"/>
          <a:ea typeface="+mn-ea"/>
          <a:cs typeface="+mn-cs"/>
        </a:defRPr>
      </a:lvl8pPr>
      <a:lvl9pPr marL="2057400" algn="l" defTabSz="514350" rtl="0" eaLnBrk="1" latinLnBrk="0" hangingPunct="1">
        <a:defRPr kumimoji="1" sz="1013"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正方形/長方形 7"/>
          <p:cNvSpPr/>
          <p:nvPr/>
        </p:nvSpPr>
        <p:spPr>
          <a:xfrm>
            <a:off x="0" y="6057875"/>
            <a:ext cx="9144000" cy="792088"/>
          </a:xfrm>
          <a:prstGeom prst="rect">
            <a:avLst/>
          </a:prstGeom>
          <a:gradFill flip="none" rotWithShape="1">
            <a:gsLst>
              <a:gs pos="0">
                <a:srgbClr val="5E9EFF"/>
              </a:gs>
              <a:gs pos="80000">
                <a:srgbClr val="85C2FF">
                  <a:alpha val="0"/>
                </a:srgbClr>
              </a:gs>
              <a:gs pos="100000">
                <a:srgbClr val="85C2FF">
                  <a:alpha val="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ja-JP" altLang="en-US" sz="1013"/>
          </a:p>
        </p:txBody>
      </p:sp>
      <p:sp>
        <p:nvSpPr>
          <p:cNvPr id="1029" name="タイトル プレースホル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ja-JP" altLang="en-US"/>
          </a:p>
        </p:txBody>
      </p:sp>
      <p:sp>
        <p:nvSpPr>
          <p:cNvPr id="1030" name="テキスト プレースホルダ 2"/>
          <p:cNvSpPr>
            <a:spLocks noGrp="1"/>
          </p:cNvSpPr>
          <p:nvPr>
            <p:ph type="body" idx="1"/>
          </p:nvPr>
        </p:nvSpPr>
        <p:spPr bwMode="auto">
          <a:xfrm>
            <a:off x="457200" y="1600204"/>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ja-JP" altLang="en-US" dirty="0"/>
          </a:p>
        </p:txBody>
      </p:sp>
      <p:sp>
        <p:nvSpPr>
          <p:cNvPr id="4" name="日付プレースホルダ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DCC66FFE-AB15-45CD-98EE-68FDA9B61E04}"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675">
                <a:solidFill>
                  <a:schemeClr val="tx1">
                    <a:tint val="75000"/>
                  </a:schemeClr>
                </a:solidFill>
                <a:latin typeface="+mn-lt"/>
                <a:ea typeface="+mn-ea"/>
                <a:cs typeface="+mn-cs"/>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pic>
        <p:nvPicPr>
          <p:cNvPr id="9" name="Picture 4" descr="Image result for aiub logo"/>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2" y="6141603"/>
            <a:ext cx="724917" cy="73183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702308" y="6057879"/>
            <a:ext cx="2662908" cy="507831"/>
          </a:xfrm>
          <a:prstGeom prst="rect">
            <a:avLst/>
          </a:prstGeom>
        </p:spPr>
        <p:txBody>
          <a:bodyPr wrap="none">
            <a:spAutoFit/>
          </a:bodyPr>
          <a:lstStyle/>
          <a:p>
            <a:pPr algn="l" eaLnBrk="1" latinLnBrk="1" hangingPunct="1"/>
            <a:endPar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rPr>
              <a:t>Faculty of Engineering</a:t>
            </a:r>
            <a:endParaRPr lang="en-US" altLang="ja-JP" sz="900" b="1" i="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American</a:t>
            </a:r>
            <a:r>
              <a:rPr lang="en-US" altLang="ja-JP" sz="900" b="1" i="0" baseline="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 International University-Bangladesh</a:t>
            </a:r>
            <a:endPar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endParaRPr>
          </a:p>
        </p:txBody>
      </p:sp>
    </p:spTree>
    <p:extLst>
      <p:ext uri="{BB962C8B-B14F-4D97-AF65-F5344CB8AC3E}">
        <p14:creationId xmlns:p14="http://schemas.microsoft.com/office/powerpoint/2010/main" val="236192651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fontAlgn="base" hangingPunct="1">
        <a:spcBef>
          <a:spcPct val="0"/>
        </a:spcBef>
        <a:spcAft>
          <a:spcPct val="0"/>
        </a:spcAft>
        <a:defRPr kumimoji="1" sz="2475" kern="1200">
          <a:solidFill>
            <a:schemeClr val="tx1"/>
          </a:solidFill>
          <a:latin typeface="Times New Roman" panose="02020603050405020304" pitchFamily="18" charset="0"/>
          <a:ea typeface="+mj-ea"/>
          <a:cs typeface="Times New Roman" panose="02020603050405020304" pitchFamily="18" charset="0"/>
        </a:defRPr>
      </a:lvl1pPr>
      <a:lvl2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2pPr>
      <a:lvl3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3pPr>
      <a:lvl4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4pPr>
      <a:lvl5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5pPr>
      <a:lvl6pPr marL="25717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6pPr>
      <a:lvl7pPr marL="51435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7pPr>
      <a:lvl8pPr marL="77152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8pPr>
      <a:lvl9pPr marL="102870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9pPr>
    </p:titleStyle>
    <p:bodyStyle>
      <a:lvl1pPr marL="192881" indent="-192881" algn="l" rtl="0" eaLnBrk="1" fontAlgn="base" hangingPunct="1">
        <a:spcBef>
          <a:spcPct val="20000"/>
        </a:spcBef>
        <a:spcAft>
          <a:spcPct val="0"/>
        </a:spcAft>
        <a:buFont typeface="Arial" panose="020B0604020202020204" pitchFamily="34" charset="0"/>
        <a:buChar char="•"/>
        <a:defRPr kumimoji="1" sz="1800" kern="1200">
          <a:solidFill>
            <a:schemeClr val="tx1"/>
          </a:solidFill>
          <a:latin typeface="+mn-lt"/>
          <a:ea typeface="+mn-ea"/>
          <a:cs typeface="ＭＳ Ｐゴシック"/>
        </a:defRPr>
      </a:lvl1pPr>
      <a:lvl2pPr marL="417910" indent="-160735" algn="l" rtl="0" eaLnBrk="1" fontAlgn="base" hangingPunct="1">
        <a:spcBef>
          <a:spcPct val="20000"/>
        </a:spcBef>
        <a:spcAft>
          <a:spcPct val="0"/>
        </a:spcAft>
        <a:buFont typeface="Arial" panose="020B0604020202020204" pitchFamily="34" charset="0"/>
        <a:buChar char="–"/>
        <a:defRPr kumimoji="1" sz="1575" kern="1200">
          <a:solidFill>
            <a:schemeClr val="tx1"/>
          </a:solidFill>
          <a:latin typeface="+mn-lt"/>
          <a:ea typeface="+mn-ea"/>
          <a:cs typeface="ＭＳ Ｐゴシック"/>
        </a:defRPr>
      </a:lvl2pPr>
      <a:lvl3pPr marL="642938" indent="-128588" algn="l" rtl="0" eaLnBrk="1" fontAlgn="base" hangingPunct="1">
        <a:spcBef>
          <a:spcPct val="20000"/>
        </a:spcBef>
        <a:spcAft>
          <a:spcPct val="0"/>
        </a:spcAft>
        <a:buFont typeface="Arial" panose="020B0604020202020204" pitchFamily="34" charset="0"/>
        <a:buChar char="•"/>
        <a:defRPr kumimoji="1" sz="1350" kern="1200">
          <a:solidFill>
            <a:schemeClr val="tx1"/>
          </a:solidFill>
          <a:latin typeface="+mn-lt"/>
          <a:ea typeface="+mn-ea"/>
          <a:cs typeface="ＭＳ Ｐゴシック"/>
        </a:defRPr>
      </a:lvl3pPr>
      <a:lvl4pPr marL="900113"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4pPr>
      <a:lvl5pPr marL="1157288"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5pPr>
      <a:lvl6pPr marL="141446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9pPr>
    </p:bodyStyle>
    <p:otherStyle>
      <a:defPPr>
        <a:defRPr lang="ja-JP"/>
      </a:defPPr>
      <a:lvl1pPr marL="0" algn="l" defTabSz="514350" rtl="0" eaLnBrk="1" latinLnBrk="0" hangingPunct="1">
        <a:defRPr kumimoji="1" sz="1013" kern="1200">
          <a:solidFill>
            <a:schemeClr val="tx1"/>
          </a:solidFill>
          <a:latin typeface="+mn-lt"/>
          <a:ea typeface="+mn-ea"/>
          <a:cs typeface="+mn-cs"/>
        </a:defRPr>
      </a:lvl1pPr>
      <a:lvl2pPr marL="257175" algn="l" defTabSz="514350" rtl="0" eaLnBrk="1" latinLnBrk="0" hangingPunct="1">
        <a:defRPr kumimoji="1" sz="1013" kern="1200">
          <a:solidFill>
            <a:schemeClr val="tx1"/>
          </a:solidFill>
          <a:latin typeface="+mn-lt"/>
          <a:ea typeface="+mn-ea"/>
          <a:cs typeface="+mn-cs"/>
        </a:defRPr>
      </a:lvl2pPr>
      <a:lvl3pPr marL="514350" algn="l" defTabSz="514350" rtl="0" eaLnBrk="1" latinLnBrk="0" hangingPunct="1">
        <a:defRPr kumimoji="1" sz="1013" kern="1200">
          <a:solidFill>
            <a:schemeClr val="tx1"/>
          </a:solidFill>
          <a:latin typeface="+mn-lt"/>
          <a:ea typeface="+mn-ea"/>
          <a:cs typeface="+mn-cs"/>
        </a:defRPr>
      </a:lvl3pPr>
      <a:lvl4pPr marL="771525" algn="l" defTabSz="514350" rtl="0" eaLnBrk="1" latinLnBrk="0" hangingPunct="1">
        <a:defRPr kumimoji="1" sz="1013" kern="1200">
          <a:solidFill>
            <a:schemeClr val="tx1"/>
          </a:solidFill>
          <a:latin typeface="+mn-lt"/>
          <a:ea typeface="+mn-ea"/>
          <a:cs typeface="+mn-cs"/>
        </a:defRPr>
      </a:lvl4pPr>
      <a:lvl5pPr marL="1028700" algn="l" defTabSz="514350" rtl="0" eaLnBrk="1" latinLnBrk="0" hangingPunct="1">
        <a:defRPr kumimoji="1" sz="1013" kern="1200">
          <a:solidFill>
            <a:schemeClr val="tx1"/>
          </a:solidFill>
          <a:latin typeface="+mn-lt"/>
          <a:ea typeface="+mn-ea"/>
          <a:cs typeface="+mn-cs"/>
        </a:defRPr>
      </a:lvl5pPr>
      <a:lvl6pPr marL="1285875" algn="l" defTabSz="514350" rtl="0" eaLnBrk="1" latinLnBrk="0" hangingPunct="1">
        <a:defRPr kumimoji="1" sz="1013" kern="1200">
          <a:solidFill>
            <a:schemeClr val="tx1"/>
          </a:solidFill>
          <a:latin typeface="+mn-lt"/>
          <a:ea typeface="+mn-ea"/>
          <a:cs typeface="+mn-cs"/>
        </a:defRPr>
      </a:lvl6pPr>
      <a:lvl7pPr marL="1543050" algn="l" defTabSz="514350" rtl="0" eaLnBrk="1" latinLnBrk="0" hangingPunct="1">
        <a:defRPr kumimoji="1" sz="1013" kern="1200">
          <a:solidFill>
            <a:schemeClr val="tx1"/>
          </a:solidFill>
          <a:latin typeface="+mn-lt"/>
          <a:ea typeface="+mn-ea"/>
          <a:cs typeface="+mn-cs"/>
        </a:defRPr>
      </a:lvl7pPr>
      <a:lvl8pPr marL="1800225" algn="l" defTabSz="514350" rtl="0" eaLnBrk="1" latinLnBrk="0" hangingPunct="1">
        <a:defRPr kumimoji="1" sz="1013" kern="1200">
          <a:solidFill>
            <a:schemeClr val="tx1"/>
          </a:solidFill>
          <a:latin typeface="+mn-lt"/>
          <a:ea typeface="+mn-ea"/>
          <a:cs typeface="+mn-cs"/>
        </a:defRPr>
      </a:lvl8pPr>
      <a:lvl9pPr marL="2057400" algn="l" defTabSz="514350" rtl="0" eaLnBrk="1" latinLnBrk="0" hangingPunct="1">
        <a:defRPr kumimoji="1" sz="1013"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正方形/長方形 7"/>
          <p:cNvSpPr/>
          <p:nvPr/>
        </p:nvSpPr>
        <p:spPr>
          <a:xfrm>
            <a:off x="0" y="6057875"/>
            <a:ext cx="9144000" cy="792088"/>
          </a:xfrm>
          <a:prstGeom prst="rect">
            <a:avLst/>
          </a:prstGeom>
          <a:gradFill flip="none" rotWithShape="1">
            <a:gsLst>
              <a:gs pos="0">
                <a:srgbClr val="5E9EFF"/>
              </a:gs>
              <a:gs pos="80000">
                <a:srgbClr val="85C2FF">
                  <a:alpha val="0"/>
                </a:srgbClr>
              </a:gs>
              <a:gs pos="100000">
                <a:srgbClr val="85C2FF">
                  <a:alpha val="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ja-JP" altLang="en-US" sz="1013"/>
          </a:p>
        </p:txBody>
      </p:sp>
      <p:sp>
        <p:nvSpPr>
          <p:cNvPr id="1029" name="タイトル プレースホル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ja-JP" altLang="en-US"/>
          </a:p>
        </p:txBody>
      </p:sp>
      <p:sp>
        <p:nvSpPr>
          <p:cNvPr id="1030" name="テキスト プレースホルダ 2"/>
          <p:cNvSpPr>
            <a:spLocks noGrp="1"/>
          </p:cNvSpPr>
          <p:nvPr>
            <p:ph type="body" idx="1"/>
          </p:nvPr>
        </p:nvSpPr>
        <p:spPr bwMode="auto">
          <a:xfrm>
            <a:off x="457200" y="1600204"/>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ja-JP" altLang="en-US" dirty="0"/>
          </a:p>
        </p:txBody>
      </p:sp>
      <p:sp>
        <p:nvSpPr>
          <p:cNvPr id="4" name="日付プレースホルダ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D22C516D-544B-43F7-A8F7-0E50D688A0D0}" type="datetime1">
              <a:rPr kumimoji="0" lang="en-US" sz="900" smtClean="0">
                <a:solidFill>
                  <a:srgbClr val="191B0E"/>
                </a:solidFill>
                <a:latin typeface="Franklin Gothic Book" panose="020B0503020102020204"/>
              </a:rPr>
              <a:t>6/1/2025</a:t>
            </a:fld>
            <a:endParaRPr kumimoji="0" lang="en-US" sz="900">
              <a:solidFill>
                <a:srgbClr val="191B0E"/>
              </a:solidFill>
              <a:latin typeface="Franklin Gothic Book" panose="020B0503020102020204"/>
            </a:endParaRPr>
          </a:p>
        </p:txBody>
      </p:sp>
      <p:sp>
        <p:nvSpPr>
          <p:cNvPr id="5" name="フッター プレースホルダ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675">
                <a:solidFill>
                  <a:schemeClr val="tx1">
                    <a:tint val="75000"/>
                  </a:schemeClr>
                </a:solidFill>
                <a:latin typeface="+mn-lt"/>
                <a:ea typeface="+mn-ea"/>
                <a:cs typeface="+mn-cs"/>
              </a:defRPr>
            </a:lvl1pPr>
          </a:lstStyle>
          <a:p>
            <a:pPr algn="l" defTabSz="685800">
              <a:defRPr/>
            </a:pPr>
            <a:r>
              <a:rPr kumimoji="0" lang="en-US" sz="900">
                <a:solidFill>
                  <a:srgbClr val="191B0E"/>
                </a:solidFill>
                <a:latin typeface="Franklin Gothic Book" panose="020B0503020102020204"/>
              </a:rPr>
              <a:t>Prepared By: Md. Mamunur Rashid (Tonmoy)</a:t>
            </a:r>
          </a:p>
        </p:txBody>
      </p:sp>
      <p:sp>
        <p:nvSpPr>
          <p:cNvPr id="6" name="スライド番号プレースホルダ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675">
                <a:solidFill>
                  <a:schemeClr val="tx1">
                    <a:tint val="75000"/>
                  </a:schemeClr>
                </a:solidFill>
                <a:latin typeface="+mn-lt"/>
                <a:ea typeface="+mn-ea"/>
                <a:cs typeface="+mn-cs"/>
              </a:defRPr>
            </a:lvl1pPr>
          </a:lstStyle>
          <a:p>
            <a:pPr defTabSz="685800">
              <a:defRPr/>
            </a:pPr>
            <a:fld id="{0DE654DB-D7C6-4815-9165-BA926D4AC59F}" type="slidenum">
              <a:rPr kumimoji="0" lang="en-US" sz="900" smtClean="0">
                <a:solidFill>
                  <a:srgbClr val="191B0E"/>
                </a:solidFill>
                <a:latin typeface="Franklin Gothic Book" panose="020B0503020102020204"/>
              </a:rPr>
              <a:pPr defTabSz="685800">
                <a:defRPr/>
              </a:pPr>
              <a:t>‹#›</a:t>
            </a:fld>
            <a:endParaRPr kumimoji="0" lang="en-US" sz="900">
              <a:solidFill>
                <a:srgbClr val="191B0E"/>
              </a:solidFill>
              <a:latin typeface="Franklin Gothic Book" panose="020B0503020102020204"/>
            </a:endParaRPr>
          </a:p>
        </p:txBody>
      </p:sp>
      <p:pic>
        <p:nvPicPr>
          <p:cNvPr id="9" name="Picture 4" descr="Image result for aiub logo"/>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2" y="6141603"/>
            <a:ext cx="724917" cy="73183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702308" y="6057879"/>
            <a:ext cx="2662908" cy="507831"/>
          </a:xfrm>
          <a:prstGeom prst="rect">
            <a:avLst/>
          </a:prstGeom>
        </p:spPr>
        <p:txBody>
          <a:bodyPr wrap="none">
            <a:spAutoFit/>
          </a:bodyPr>
          <a:lstStyle/>
          <a:p>
            <a:pPr algn="l" eaLnBrk="1" latinLnBrk="1" hangingPunct="1"/>
            <a:endPar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baseline="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rPr>
              <a:t>Faculty of Engineering</a:t>
            </a:r>
            <a:endParaRPr lang="en-US" altLang="ja-JP" sz="900" b="1" i="0" dirty="0">
              <a:solidFill>
                <a:srgbClr val="FF6600"/>
              </a:solidFill>
              <a:latin typeface="Cambria" panose="02040503050406030204" pitchFamily="18" charset="0"/>
              <a:ea typeface="ＭＳ 明朝" panose="02020609040205080304" pitchFamily="17" charset="-128"/>
              <a:cs typeface="Times New Roman" panose="02020603050405020304" pitchFamily="18" charset="0"/>
            </a:endParaRPr>
          </a:p>
          <a:p>
            <a:pPr algn="l" eaLnBrk="1" latinLnBrk="1" hangingPunct="1"/>
            <a:r>
              <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American</a:t>
            </a:r>
            <a:r>
              <a:rPr lang="en-US" altLang="ja-JP" sz="900" b="1" i="0" baseline="0" dirty="0">
                <a:solidFill>
                  <a:schemeClr val="tx1"/>
                </a:solidFill>
                <a:latin typeface="Cambria" panose="02040503050406030204" pitchFamily="18" charset="0"/>
                <a:ea typeface="ＭＳ 明朝" panose="02020609040205080304" pitchFamily="17" charset="-128"/>
                <a:cs typeface="Times New Roman" panose="02020603050405020304" pitchFamily="18" charset="0"/>
              </a:rPr>
              <a:t> International University-Bangladesh</a:t>
            </a:r>
            <a:endParaRPr lang="en-US" altLang="ja-JP" sz="900" b="1" i="0" dirty="0">
              <a:solidFill>
                <a:schemeClr val="tx1"/>
              </a:solidFill>
              <a:latin typeface="Cambria" panose="02040503050406030204" pitchFamily="18" charset="0"/>
              <a:ea typeface="ＭＳ 明朝" panose="02020609040205080304" pitchFamily="17" charset="-128"/>
              <a:cs typeface="Times New Roman" panose="02020603050405020304" pitchFamily="18" charset="0"/>
            </a:endParaRPr>
          </a:p>
        </p:txBody>
      </p:sp>
    </p:spTree>
    <p:extLst>
      <p:ext uri="{BB962C8B-B14F-4D97-AF65-F5344CB8AC3E}">
        <p14:creationId xmlns:p14="http://schemas.microsoft.com/office/powerpoint/2010/main" val="289784330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rtl="0" eaLnBrk="1" fontAlgn="base" hangingPunct="1">
        <a:spcBef>
          <a:spcPct val="0"/>
        </a:spcBef>
        <a:spcAft>
          <a:spcPct val="0"/>
        </a:spcAft>
        <a:defRPr kumimoji="1" sz="2475" kern="1200">
          <a:solidFill>
            <a:schemeClr val="tx1"/>
          </a:solidFill>
          <a:latin typeface="Times New Roman" panose="02020603050405020304" pitchFamily="18" charset="0"/>
          <a:ea typeface="+mj-ea"/>
          <a:cs typeface="Times New Roman" panose="02020603050405020304" pitchFamily="18" charset="0"/>
        </a:defRPr>
      </a:lvl1pPr>
      <a:lvl2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2pPr>
      <a:lvl3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3pPr>
      <a:lvl4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4pPr>
      <a:lvl5pPr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5pPr>
      <a:lvl6pPr marL="25717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6pPr>
      <a:lvl7pPr marL="51435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7pPr>
      <a:lvl8pPr marL="771525"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8pPr>
      <a:lvl9pPr marL="1028700" algn="ctr" rtl="0" eaLnBrk="1" fontAlgn="base" hangingPunct="1">
        <a:spcBef>
          <a:spcPct val="0"/>
        </a:spcBef>
        <a:spcAft>
          <a:spcPct val="0"/>
        </a:spcAft>
        <a:defRPr kumimoji="1" sz="2475">
          <a:solidFill>
            <a:schemeClr val="tx1"/>
          </a:solidFill>
          <a:latin typeface="Calibri" panose="020F0502020204030204" pitchFamily="34" charset="0"/>
          <a:ea typeface="ＭＳ Ｐゴシック"/>
          <a:cs typeface="ＭＳ Ｐゴシック"/>
        </a:defRPr>
      </a:lvl9pPr>
    </p:titleStyle>
    <p:bodyStyle>
      <a:lvl1pPr marL="192881" indent="-192881" algn="l" rtl="0" eaLnBrk="1" fontAlgn="base" hangingPunct="1">
        <a:spcBef>
          <a:spcPct val="20000"/>
        </a:spcBef>
        <a:spcAft>
          <a:spcPct val="0"/>
        </a:spcAft>
        <a:buFont typeface="Arial" panose="020B0604020202020204" pitchFamily="34" charset="0"/>
        <a:buChar char="•"/>
        <a:defRPr kumimoji="1" sz="1800" kern="1200">
          <a:solidFill>
            <a:schemeClr val="tx1"/>
          </a:solidFill>
          <a:latin typeface="+mn-lt"/>
          <a:ea typeface="+mn-ea"/>
          <a:cs typeface="ＭＳ Ｐゴシック"/>
        </a:defRPr>
      </a:lvl1pPr>
      <a:lvl2pPr marL="417910" indent="-160735" algn="l" rtl="0" eaLnBrk="1" fontAlgn="base" hangingPunct="1">
        <a:spcBef>
          <a:spcPct val="20000"/>
        </a:spcBef>
        <a:spcAft>
          <a:spcPct val="0"/>
        </a:spcAft>
        <a:buFont typeface="Arial" panose="020B0604020202020204" pitchFamily="34" charset="0"/>
        <a:buChar char="–"/>
        <a:defRPr kumimoji="1" sz="1575" kern="1200">
          <a:solidFill>
            <a:schemeClr val="tx1"/>
          </a:solidFill>
          <a:latin typeface="+mn-lt"/>
          <a:ea typeface="+mn-ea"/>
          <a:cs typeface="ＭＳ Ｐゴシック"/>
        </a:defRPr>
      </a:lvl2pPr>
      <a:lvl3pPr marL="642938" indent="-128588" algn="l" rtl="0" eaLnBrk="1" fontAlgn="base" hangingPunct="1">
        <a:spcBef>
          <a:spcPct val="20000"/>
        </a:spcBef>
        <a:spcAft>
          <a:spcPct val="0"/>
        </a:spcAft>
        <a:buFont typeface="Arial" panose="020B0604020202020204" pitchFamily="34" charset="0"/>
        <a:buChar char="•"/>
        <a:defRPr kumimoji="1" sz="1350" kern="1200">
          <a:solidFill>
            <a:schemeClr val="tx1"/>
          </a:solidFill>
          <a:latin typeface="+mn-lt"/>
          <a:ea typeface="+mn-ea"/>
          <a:cs typeface="ＭＳ Ｐゴシック"/>
        </a:defRPr>
      </a:lvl3pPr>
      <a:lvl4pPr marL="900113"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4pPr>
      <a:lvl5pPr marL="1157288" indent="-128588" algn="l" rtl="0" eaLnBrk="1" fontAlgn="base" hangingPunct="1">
        <a:spcBef>
          <a:spcPct val="20000"/>
        </a:spcBef>
        <a:spcAft>
          <a:spcPct val="0"/>
        </a:spcAft>
        <a:buFont typeface="Arial" panose="020B0604020202020204" pitchFamily="34" charset="0"/>
        <a:buChar char="»"/>
        <a:defRPr kumimoji="1" sz="1125" kern="1200">
          <a:solidFill>
            <a:schemeClr val="tx1"/>
          </a:solidFill>
          <a:latin typeface="+mn-lt"/>
          <a:ea typeface="+mn-ea"/>
          <a:cs typeface="ＭＳ Ｐゴシック"/>
        </a:defRPr>
      </a:lvl5pPr>
      <a:lvl6pPr marL="141446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kumimoji="1" sz="1125" kern="1200">
          <a:solidFill>
            <a:schemeClr val="tx1"/>
          </a:solidFill>
          <a:latin typeface="+mn-lt"/>
          <a:ea typeface="+mn-ea"/>
          <a:cs typeface="+mn-cs"/>
        </a:defRPr>
      </a:lvl9pPr>
    </p:bodyStyle>
    <p:otherStyle>
      <a:defPPr>
        <a:defRPr lang="ja-JP"/>
      </a:defPPr>
      <a:lvl1pPr marL="0" algn="l" defTabSz="514350" rtl="0" eaLnBrk="1" latinLnBrk="0" hangingPunct="1">
        <a:defRPr kumimoji="1" sz="1013" kern="1200">
          <a:solidFill>
            <a:schemeClr val="tx1"/>
          </a:solidFill>
          <a:latin typeface="+mn-lt"/>
          <a:ea typeface="+mn-ea"/>
          <a:cs typeface="+mn-cs"/>
        </a:defRPr>
      </a:lvl1pPr>
      <a:lvl2pPr marL="257175" algn="l" defTabSz="514350" rtl="0" eaLnBrk="1" latinLnBrk="0" hangingPunct="1">
        <a:defRPr kumimoji="1" sz="1013" kern="1200">
          <a:solidFill>
            <a:schemeClr val="tx1"/>
          </a:solidFill>
          <a:latin typeface="+mn-lt"/>
          <a:ea typeface="+mn-ea"/>
          <a:cs typeface="+mn-cs"/>
        </a:defRPr>
      </a:lvl2pPr>
      <a:lvl3pPr marL="514350" algn="l" defTabSz="514350" rtl="0" eaLnBrk="1" latinLnBrk="0" hangingPunct="1">
        <a:defRPr kumimoji="1" sz="1013" kern="1200">
          <a:solidFill>
            <a:schemeClr val="tx1"/>
          </a:solidFill>
          <a:latin typeface="+mn-lt"/>
          <a:ea typeface="+mn-ea"/>
          <a:cs typeface="+mn-cs"/>
        </a:defRPr>
      </a:lvl3pPr>
      <a:lvl4pPr marL="771525" algn="l" defTabSz="514350" rtl="0" eaLnBrk="1" latinLnBrk="0" hangingPunct="1">
        <a:defRPr kumimoji="1" sz="1013" kern="1200">
          <a:solidFill>
            <a:schemeClr val="tx1"/>
          </a:solidFill>
          <a:latin typeface="+mn-lt"/>
          <a:ea typeface="+mn-ea"/>
          <a:cs typeface="+mn-cs"/>
        </a:defRPr>
      </a:lvl4pPr>
      <a:lvl5pPr marL="1028700" algn="l" defTabSz="514350" rtl="0" eaLnBrk="1" latinLnBrk="0" hangingPunct="1">
        <a:defRPr kumimoji="1" sz="1013" kern="1200">
          <a:solidFill>
            <a:schemeClr val="tx1"/>
          </a:solidFill>
          <a:latin typeface="+mn-lt"/>
          <a:ea typeface="+mn-ea"/>
          <a:cs typeface="+mn-cs"/>
        </a:defRPr>
      </a:lvl5pPr>
      <a:lvl6pPr marL="1285875" algn="l" defTabSz="514350" rtl="0" eaLnBrk="1" latinLnBrk="0" hangingPunct="1">
        <a:defRPr kumimoji="1" sz="1013" kern="1200">
          <a:solidFill>
            <a:schemeClr val="tx1"/>
          </a:solidFill>
          <a:latin typeface="+mn-lt"/>
          <a:ea typeface="+mn-ea"/>
          <a:cs typeface="+mn-cs"/>
        </a:defRPr>
      </a:lvl6pPr>
      <a:lvl7pPr marL="1543050" algn="l" defTabSz="514350" rtl="0" eaLnBrk="1" latinLnBrk="0" hangingPunct="1">
        <a:defRPr kumimoji="1" sz="1013" kern="1200">
          <a:solidFill>
            <a:schemeClr val="tx1"/>
          </a:solidFill>
          <a:latin typeface="+mn-lt"/>
          <a:ea typeface="+mn-ea"/>
          <a:cs typeface="+mn-cs"/>
        </a:defRPr>
      </a:lvl7pPr>
      <a:lvl8pPr marL="1800225" algn="l" defTabSz="514350" rtl="0" eaLnBrk="1" latinLnBrk="0" hangingPunct="1">
        <a:defRPr kumimoji="1" sz="1013" kern="1200">
          <a:solidFill>
            <a:schemeClr val="tx1"/>
          </a:solidFill>
          <a:latin typeface="+mn-lt"/>
          <a:ea typeface="+mn-ea"/>
          <a:cs typeface="+mn-cs"/>
        </a:defRPr>
      </a:lvl8pPr>
      <a:lvl9pPr marL="2057400" algn="l" defTabSz="514350" rtl="0" eaLnBrk="1" latinLnBrk="0" hangingPunct="1">
        <a:defRPr kumimoji="1" sz="1013"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easyelectronicsproject.com/mini-projects/automatic-street-light-with-ldr-1/?utm_source=chatgpt.com" TargetMode="External"/><Relationship Id="rId2" Type="http://schemas.openxmlformats.org/officeDocument/2006/relationships/hyperlink" Target="https://www.electricaltechnology.org/2013/04/automatic-street-light-control.html?utm_source=chatgpt.com" TargetMode="External"/><Relationship Id="rId1" Type="http://schemas.openxmlformats.org/officeDocument/2006/relationships/slideLayout" Target="../slideLayouts/slideLayout7.xml"/><Relationship Id="rId5" Type="http://schemas.openxmlformats.org/officeDocument/2006/relationships/hyperlink" Target="https://tronicspro.com/automatic-street-light-controller/?utm_source=chatgpt.com" TargetMode="External"/><Relationship Id="rId4" Type="http://schemas.openxmlformats.org/officeDocument/2006/relationships/hyperlink" Target="https://www.electronicwings.com/users/HEMAPRIYAKB/projects/696/automatic-street-light-controller?utm_source=chatgpt.com"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0151D6B-E042-7A47-8937-A0E2A3752973}"/>
              </a:ext>
            </a:extLst>
          </p:cNvPr>
          <p:cNvSpPr txBox="1">
            <a:spLocks/>
          </p:cNvSpPr>
          <p:nvPr/>
        </p:nvSpPr>
        <p:spPr>
          <a:xfrm>
            <a:off x="1138755" y="76931"/>
            <a:ext cx="7223534" cy="878351"/>
          </a:xfrm>
          <a:prstGeom prst="rect">
            <a:avLst/>
          </a:prstGeom>
        </p:spPr>
        <p:txBody>
          <a:bodyPr vert="horz" lIns="68580" tIns="34290" rIns="68580" bIns="3429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sz="2800" b="1" dirty="0">
                <a:solidFill>
                  <a:srgbClr val="FF0000"/>
                </a:solidFill>
                <a:latin typeface="Times New Roman" panose="02020603050405020304" pitchFamily="18" charset="0"/>
                <a:cs typeface="Times New Roman" panose="02020603050405020304" pitchFamily="18" charset="0"/>
              </a:rPr>
              <a:t>Course Name (Section: X ) </a:t>
            </a:r>
          </a:p>
          <a:p>
            <a:pPr algn="ctr"/>
            <a:r>
              <a:rPr lang="en-US" sz="2800" b="1" dirty="0">
                <a:solidFill>
                  <a:srgbClr val="0066FF"/>
                </a:solidFill>
                <a:latin typeface="Times New Roman" panose="02020603050405020304" pitchFamily="18" charset="0"/>
                <a:cs typeface="Times New Roman" panose="02020603050405020304" pitchFamily="18" charset="0"/>
              </a:rPr>
              <a:t>Project Presentation (Semester: Spring 24-25 )</a:t>
            </a:r>
          </a:p>
        </p:txBody>
      </p:sp>
      <p:sp>
        <p:nvSpPr>
          <p:cNvPr id="7" name="Title 1">
            <a:extLst>
              <a:ext uri="{FF2B5EF4-FFF2-40B4-BE49-F238E27FC236}">
                <a16:creationId xmlns:a16="http://schemas.microsoft.com/office/drawing/2014/main" id="{374370FD-C2B2-5547-A17C-2BB2B513DBCC}"/>
              </a:ext>
            </a:extLst>
          </p:cNvPr>
          <p:cNvSpPr txBox="1">
            <a:spLocks/>
          </p:cNvSpPr>
          <p:nvPr/>
        </p:nvSpPr>
        <p:spPr>
          <a:xfrm>
            <a:off x="1838844" y="955282"/>
            <a:ext cx="5165964" cy="878351"/>
          </a:xfrm>
          <a:prstGeom prst="rect">
            <a:avLst/>
          </a:prstGeom>
        </p:spPr>
        <p:txBody>
          <a:bodyPr vert="horz" lIns="68580" tIns="34290" rIns="68580" bIns="34290" rtlCol="0" anchor="b">
            <a:normAutofit fontScale="85000" lnSpcReduction="100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sz="2400" b="1" dirty="0">
                <a:solidFill>
                  <a:srgbClr val="7030A0"/>
                </a:solidFill>
                <a:latin typeface="Times New Roman" panose="02020603050405020304" pitchFamily="18" charset="0"/>
                <a:cs typeface="Times New Roman" panose="02020603050405020304" pitchFamily="18" charset="0"/>
              </a:rPr>
              <a:t>Project Title: Automatic Street Light System</a:t>
            </a:r>
            <a:r>
              <a:rPr lang="en-US" sz="2400" dirty="0">
                <a:solidFill>
                  <a:srgbClr val="7030A0"/>
                </a:solidFill>
                <a:latin typeface="Times New Roman" panose="02020603050405020304" pitchFamily="18" charset="0"/>
                <a:cs typeface="Times New Roman" panose="02020603050405020304" pitchFamily="18" charset="0"/>
              </a:rPr>
              <a:t> </a:t>
            </a:r>
          </a:p>
          <a:p>
            <a:pPr algn="ctr"/>
            <a:r>
              <a:rPr lang="en-US" sz="2400" b="1" dirty="0">
                <a:solidFill>
                  <a:srgbClr val="7030A0"/>
                </a:solidFill>
                <a:latin typeface="Times New Roman" panose="02020603050405020304" pitchFamily="18" charset="0"/>
                <a:cs typeface="Times New Roman" panose="02020603050405020304" pitchFamily="18" charset="0"/>
              </a:rPr>
              <a:t>Group No: 05</a:t>
            </a:r>
          </a:p>
          <a:p>
            <a:pPr algn="ctr"/>
            <a:r>
              <a:rPr lang="en-US" sz="2400" b="1" dirty="0">
                <a:solidFill>
                  <a:srgbClr val="7030A0"/>
                </a:solidFill>
                <a:latin typeface="Times New Roman" panose="02020603050405020304" pitchFamily="18" charset="0"/>
                <a:cs typeface="Times New Roman" panose="02020603050405020304" pitchFamily="18" charset="0"/>
              </a:rPr>
              <a:t>Submission Date:1 June 2025</a:t>
            </a:r>
          </a:p>
        </p:txBody>
      </p:sp>
      <p:sp>
        <p:nvSpPr>
          <p:cNvPr id="2" name="Slide Number Placeholder 1">
            <a:extLst>
              <a:ext uri="{FF2B5EF4-FFF2-40B4-BE49-F238E27FC236}">
                <a16:creationId xmlns:a16="http://schemas.microsoft.com/office/drawing/2014/main" id="{040614BA-EACB-ED12-2475-3354141DB8D9}"/>
              </a:ext>
            </a:extLst>
          </p:cNvPr>
          <p:cNvSpPr>
            <a:spLocks noGrp="1"/>
          </p:cNvSpPr>
          <p:nvPr>
            <p:ph type="sldNum" sz="quarter" idx="12"/>
          </p:nvPr>
        </p:nvSpPr>
        <p:spPr/>
        <p:txBody>
          <a:bodyPr/>
          <a:lstStyle/>
          <a:p>
            <a:pPr defTabSz="685800">
              <a:defRPr/>
            </a:pPr>
            <a:fld id="{0DE654DB-D7C6-4815-9165-BA926D4AC59F}" type="slidenum">
              <a:rPr kumimoji="0" lang="en-US" sz="1800" smtClean="0">
                <a:solidFill>
                  <a:srgbClr val="191B0E"/>
                </a:solidFill>
                <a:latin typeface="Times New Roman" panose="02020603050405020304" pitchFamily="18" charset="0"/>
                <a:cs typeface="Times New Roman" panose="02020603050405020304" pitchFamily="18" charset="0"/>
              </a:rPr>
              <a:pPr defTabSz="685800">
                <a:defRPr/>
              </a:pPr>
              <a:t>1</a:t>
            </a:fld>
            <a:endParaRPr kumimoji="0" lang="en-US" sz="1800" dirty="0">
              <a:solidFill>
                <a:srgbClr val="191B0E"/>
              </a:solidFill>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CFED769D-1365-D823-DDBA-73CEF8E0F3C2}"/>
              </a:ext>
            </a:extLst>
          </p:cNvPr>
          <p:cNvSpPr txBox="1">
            <a:spLocks/>
          </p:cNvSpPr>
          <p:nvPr/>
        </p:nvSpPr>
        <p:spPr>
          <a:xfrm>
            <a:off x="559742" y="1986123"/>
            <a:ext cx="3044033" cy="417748"/>
          </a:xfrm>
          <a:prstGeom prst="rect">
            <a:avLst/>
          </a:prstGeom>
        </p:spPr>
        <p:txBody>
          <a:bodyPr vert="horz" lIns="68580" tIns="34290" rIns="68580" bIns="3429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sz="2400" b="1" dirty="0">
                <a:solidFill>
                  <a:srgbClr val="0000FF"/>
                </a:solidFill>
                <a:latin typeface="Times New Roman" panose="02020603050405020304" pitchFamily="18" charset="0"/>
                <a:cs typeface="Times New Roman" panose="02020603050405020304" pitchFamily="18" charset="0"/>
              </a:rPr>
              <a:t>Group Members:</a:t>
            </a:r>
          </a:p>
        </p:txBody>
      </p:sp>
      <p:sp>
        <p:nvSpPr>
          <p:cNvPr id="10" name="Title 1">
            <a:extLst>
              <a:ext uri="{FF2B5EF4-FFF2-40B4-BE49-F238E27FC236}">
                <a16:creationId xmlns:a16="http://schemas.microsoft.com/office/drawing/2014/main" id="{BF76EF64-177B-C6A0-B0EE-EFE278793E38}"/>
              </a:ext>
            </a:extLst>
          </p:cNvPr>
          <p:cNvSpPr txBox="1">
            <a:spLocks/>
          </p:cNvSpPr>
          <p:nvPr/>
        </p:nvSpPr>
        <p:spPr>
          <a:xfrm>
            <a:off x="814243" y="5303799"/>
            <a:ext cx="4796319" cy="417748"/>
          </a:xfrm>
          <a:prstGeom prst="rect">
            <a:avLst/>
          </a:prstGeom>
        </p:spPr>
        <p:txBody>
          <a:bodyPr vert="horz" lIns="68580" tIns="34290" rIns="68580" bIns="3429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sz="2400" b="1" dirty="0">
                <a:solidFill>
                  <a:srgbClr val="00B050"/>
                </a:solidFill>
                <a:latin typeface="Times New Roman" panose="02020603050405020304" pitchFamily="18" charset="0"/>
                <a:cs typeface="Times New Roman" panose="02020603050405020304" pitchFamily="18" charset="0"/>
              </a:rPr>
              <a:t>Lab Instructor: Dr Nadia Afroze</a:t>
            </a:r>
          </a:p>
        </p:txBody>
      </p:sp>
      <p:sp>
        <p:nvSpPr>
          <p:cNvPr id="11" name="Title 1">
            <a:extLst>
              <a:ext uri="{FF2B5EF4-FFF2-40B4-BE49-F238E27FC236}">
                <a16:creationId xmlns:a16="http://schemas.microsoft.com/office/drawing/2014/main" id="{CB0DCC30-ECA6-7D05-DB8A-21B469A34E29}"/>
              </a:ext>
            </a:extLst>
          </p:cNvPr>
          <p:cNvSpPr txBox="1">
            <a:spLocks/>
          </p:cNvSpPr>
          <p:nvPr/>
        </p:nvSpPr>
        <p:spPr>
          <a:xfrm>
            <a:off x="925398" y="5721547"/>
            <a:ext cx="5356755" cy="417748"/>
          </a:xfrm>
          <a:prstGeom prst="rect">
            <a:avLst/>
          </a:prstGeom>
        </p:spPr>
        <p:txBody>
          <a:bodyPr vert="horz" lIns="68580" tIns="34290" rIns="68580" bIns="3429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sz="2400" b="1" dirty="0">
                <a:solidFill>
                  <a:srgbClr val="002060"/>
                </a:solidFill>
                <a:latin typeface="Times New Roman" panose="02020603050405020304" pitchFamily="18" charset="0"/>
                <a:cs typeface="Times New Roman" panose="02020603050405020304" pitchFamily="18" charset="0"/>
              </a:rPr>
              <a:t>Lab Demonstrator: MD. Shahin Islam</a:t>
            </a:r>
          </a:p>
        </p:txBody>
      </p:sp>
      <p:graphicFrame>
        <p:nvGraphicFramePr>
          <p:cNvPr id="12" name="Table 11">
            <a:extLst>
              <a:ext uri="{FF2B5EF4-FFF2-40B4-BE49-F238E27FC236}">
                <a16:creationId xmlns:a16="http://schemas.microsoft.com/office/drawing/2014/main" id="{E3F7F3EA-6300-57EE-4DD1-5B638AFCEEEC}"/>
              </a:ext>
            </a:extLst>
          </p:cNvPr>
          <p:cNvGraphicFramePr>
            <a:graphicFrameLocks noGrp="1"/>
          </p:cNvGraphicFramePr>
          <p:nvPr>
            <p:extLst>
              <p:ext uri="{D42A27DB-BD31-4B8C-83A1-F6EECF244321}">
                <p14:modId xmlns:p14="http://schemas.microsoft.com/office/powerpoint/2010/main" val="35971235"/>
              </p:ext>
            </p:extLst>
          </p:nvPr>
        </p:nvGraphicFramePr>
        <p:xfrm>
          <a:off x="814244" y="2466995"/>
          <a:ext cx="7872556" cy="2773680"/>
        </p:xfrm>
        <a:graphic>
          <a:graphicData uri="http://schemas.openxmlformats.org/drawingml/2006/table">
            <a:tbl>
              <a:tblPr firstRow="1" bandRow="1">
                <a:tableStyleId>{F5AB1C69-6EDB-4FF4-983F-18BD219EF322}</a:tableStyleId>
              </a:tblPr>
              <a:tblGrid>
                <a:gridCol w="1574511">
                  <a:extLst>
                    <a:ext uri="{9D8B030D-6E8A-4147-A177-3AD203B41FA5}">
                      <a16:colId xmlns:a16="http://schemas.microsoft.com/office/drawing/2014/main" val="4099171008"/>
                    </a:ext>
                  </a:extLst>
                </a:gridCol>
                <a:gridCol w="2069864">
                  <a:extLst>
                    <a:ext uri="{9D8B030D-6E8A-4147-A177-3AD203B41FA5}">
                      <a16:colId xmlns:a16="http://schemas.microsoft.com/office/drawing/2014/main" val="2829644484"/>
                    </a:ext>
                  </a:extLst>
                </a:gridCol>
                <a:gridCol w="4228181">
                  <a:extLst>
                    <a:ext uri="{9D8B030D-6E8A-4147-A177-3AD203B41FA5}">
                      <a16:colId xmlns:a16="http://schemas.microsoft.com/office/drawing/2014/main" val="1005713555"/>
                    </a:ext>
                  </a:extLst>
                </a:gridCol>
              </a:tblGrid>
              <a:tr h="370840">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Roll No.</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Student ID</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Student Name</a:t>
                      </a:r>
                    </a:p>
                  </a:txBody>
                  <a:tcPr/>
                </a:tc>
                <a:extLst>
                  <a:ext uri="{0D108BD9-81ED-4DB2-BD59-A6C34878D82A}">
                    <a16:rowId xmlns:a16="http://schemas.microsoft.com/office/drawing/2014/main" val="1286418022"/>
                  </a:ext>
                </a:extLst>
              </a:tr>
              <a:tr h="370840">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10</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23-52980-3</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Rafid Hossain</a:t>
                      </a:r>
                    </a:p>
                  </a:txBody>
                  <a:tcPr/>
                </a:tc>
                <a:extLst>
                  <a:ext uri="{0D108BD9-81ED-4DB2-BD59-A6C34878D82A}">
                    <a16:rowId xmlns:a16="http://schemas.microsoft.com/office/drawing/2014/main" val="959089542"/>
                  </a:ext>
                </a:extLst>
              </a:tr>
              <a:tr h="370840">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11</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23-52991-3</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Md. Abu Siam</a:t>
                      </a:r>
                    </a:p>
                  </a:txBody>
                  <a:tcPr/>
                </a:tc>
                <a:extLst>
                  <a:ext uri="{0D108BD9-81ED-4DB2-BD59-A6C34878D82A}">
                    <a16:rowId xmlns:a16="http://schemas.microsoft.com/office/drawing/2014/main" val="2951256260"/>
                  </a:ext>
                </a:extLst>
              </a:tr>
              <a:tr h="370840">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13</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23-53029-3</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Asma Akther </a:t>
                      </a:r>
                    </a:p>
                  </a:txBody>
                  <a:tcPr/>
                </a:tc>
                <a:extLst>
                  <a:ext uri="{0D108BD9-81ED-4DB2-BD59-A6C34878D82A}">
                    <a16:rowId xmlns:a16="http://schemas.microsoft.com/office/drawing/2014/main" val="342640582"/>
                  </a:ext>
                </a:extLst>
              </a:tr>
              <a:tr h="347979">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12</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23-52993-3</a:t>
                      </a:r>
                    </a:p>
                  </a:txBody>
                  <a:tcPr/>
                </a:tc>
                <a:tc>
                  <a:txBody>
                    <a:bodyPr/>
                    <a:lstStyle/>
                    <a:p>
                      <a:pPr algn="ctr"/>
                      <a:r>
                        <a:rPr lang="en-US" sz="2000" dirty="0" err="1">
                          <a:solidFill>
                            <a:schemeClr val="tx1"/>
                          </a:solidFill>
                          <a:latin typeface="Times New Roman" panose="02020603050405020304" pitchFamily="18" charset="0"/>
                          <a:cs typeface="Times New Roman" panose="02020603050405020304" pitchFamily="18" charset="0"/>
                        </a:rPr>
                        <a:t>Zihad</a:t>
                      </a:r>
                      <a:r>
                        <a:rPr lang="en-US" sz="2000" dirty="0">
                          <a:solidFill>
                            <a:schemeClr val="tx1"/>
                          </a:solidFill>
                          <a:latin typeface="Times New Roman" panose="02020603050405020304" pitchFamily="18" charset="0"/>
                          <a:cs typeface="Times New Roman" panose="02020603050405020304" pitchFamily="18" charset="0"/>
                        </a:rPr>
                        <a:t> Bin Rahim</a:t>
                      </a:r>
                    </a:p>
                  </a:txBody>
                  <a:tcPr/>
                </a:tc>
                <a:extLst>
                  <a:ext uri="{0D108BD9-81ED-4DB2-BD59-A6C34878D82A}">
                    <a16:rowId xmlns:a16="http://schemas.microsoft.com/office/drawing/2014/main" val="2446958795"/>
                  </a:ext>
                </a:extLst>
              </a:tr>
              <a:tr h="370840">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9</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23-52979-3</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Linda Maria Gomes </a:t>
                      </a:r>
                    </a:p>
                  </a:txBody>
                  <a:tcPr/>
                </a:tc>
                <a:extLst>
                  <a:ext uri="{0D108BD9-81ED-4DB2-BD59-A6C34878D82A}">
                    <a16:rowId xmlns:a16="http://schemas.microsoft.com/office/drawing/2014/main" val="4249013198"/>
                  </a:ext>
                </a:extLst>
              </a:tr>
              <a:tr h="370840">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3</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23-50839-1</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Md. </a:t>
                      </a:r>
                      <a:r>
                        <a:rPr lang="en-US" sz="2000" dirty="0" err="1">
                          <a:solidFill>
                            <a:schemeClr val="tx1"/>
                          </a:solidFill>
                          <a:latin typeface="Times New Roman" panose="02020603050405020304" pitchFamily="18" charset="0"/>
                          <a:cs typeface="Times New Roman" panose="02020603050405020304" pitchFamily="18" charset="0"/>
                        </a:rPr>
                        <a:t>Zihad</a:t>
                      </a:r>
                      <a:r>
                        <a:rPr lang="en-US" sz="2000" dirty="0">
                          <a:solidFill>
                            <a:schemeClr val="tx1"/>
                          </a:solidFill>
                          <a:latin typeface="Times New Roman" panose="02020603050405020304" pitchFamily="18" charset="0"/>
                          <a:cs typeface="Times New Roman" panose="02020603050405020304" pitchFamily="18" charset="0"/>
                        </a:rPr>
                        <a:t> Khan </a:t>
                      </a:r>
                    </a:p>
                  </a:txBody>
                  <a:tcPr/>
                </a:tc>
                <a:extLst>
                  <a:ext uri="{0D108BD9-81ED-4DB2-BD59-A6C34878D82A}">
                    <a16:rowId xmlns:a16="http://schemas.microsoft.com/office/drawing/2014/main" val="3392218354"/>
                  </a:ext>
                </a:extLst>
              </a:tr>
            </a:tbl>
          </a:graphicData>
        </a:graphic>
      </p:graphicFrame>
    </p:spTree>
    <p:extLst>
      <p:ext uri="{BB962C8B-B14F-4D97-AF65-F5344CB8AC3E}">
        <p14:creationId xmlns:p14="http://schemas.microsoft.com/office/powerpoint/2010/main" val="306633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EF6837-E763-34F3-D949-E399DA44723A}"/>
              </a:ext>
            </a:extLst>
          </p:cNvPr>
          <p:cNvSpPr>
            <a:spLocks noGrp="1"/>
          </p:cNvSpPr>
          <p:nvPr>
            <p:ph type="sldNum" sz="quarter" idx="12"/>
          </p:nvPr>
        </p:nvSpPr>
        <p:spPr/>
        <p:txBody>
          <a:bodyPr/>
          <a:lstStyle/>
          <a:p>
            <a:pPr defTabSz="685800">
              <a:defRPr/>
            </a:pPr>
            <a:fld id="{0DE654DB-D7C6-4815-9165-BA926D4AC59F}" type="slidenum">
              <a:rPr kumimoji="0" lang="en-US" sz="1800" smtClean="0">
                <a:solidFill>
                  <a:srgbClr val="191B0E"/>
                </a:solidFill>
                <a:latin typeface="Times New Roman" panose="02020603050405020304" pitchFamily="18" charset="0"/>
                <a:cs typeface="Times New Roman" panose="02020603050405020304" pitchFamily="18" charset="0"/>
              </a:rPr>
              <a:pPr defTabSz="685800">
                <a:defRPr/>
              </a:pPr>
              <a:t>2</a:t>
            </a:fld>
            <a:endParaRPr kumimoji="0" lang="en-US" sz="1800" dirty="0">
              <a:solidFill>
                <a:srgbClr val="191B0E"/>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E21B693-5626-DF7C-1D68-0BA85D8FB35D}"/>
              </a:ext>
            </a:extLst>
          </p:cNvPr>
          <p:cNvSpPr/>
          <p:nvPr/>
        </p:nvSpPr>
        <p:spPr>
          <a:xfrm>
            <a:off x="0" y="0"/>
            <a:ext cx="9144000" cy="85275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A4D738-AA0E-8700-08DB-F30B8475FA4E}"/>
              </a:ext>
            </a:extLst>
          </p:cNvPr>
          <p:cNvSpPr txBox="1"/>
          <p:nvPr/>
        </p:nvSpPr>
        <p:spPr>
          <a:xfrm>
            <a:off x="2348287" y="133989"/>
            <a:ext cx="4447426"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Outlines of the project </a:t>
            </a:r>
          </a:p>
        </p:txBody>
      </p:sp>
      <p:sp>
        <p:nvSpPr>
          <p:cNvPr id="6" name="TextBox 5">
            <a:extLst>
              <a:ext uri="{FF2B5EF4-FFF2-40B4-BE49-F238E27FC236}">
                <a16:creationId xmlns:a16="http://schemas.microsoft.com/office/drawing/2014/main" id="{2A9740C2-A370-EBE0-1B40-6F407838C859}"/>
              </a:ext>
            </a:extLst>
          </p:cNvPr>
          <p:cNvSpPr txBox="1"/>
          <p:nvPr/>
        </p:nvSpPr>
        <p:spPr>
          <a:xfrm>
            <a:off x="92469" y="986744"/>
            <a:ext cx="4202130" cy="3970318"/>
          </a:xfrm>
          <a:prstGeom prst="rect">
            <a:avLst/>
          </a:prstGeom>
          <a:noFill/>
        </p:spPr>
        <p:txBody>
          <a:bodyPr wrap="square" rtlCol="0">
            <a:spAutoFit/>
          </a:bodyPr>
          <a:lstStyle/>
          <a:p>
            <a:pPr marL="457200" indent="-457200">
              <a:buAutoNum type="arabicPeriod"/>
            </a:pPr>
            <a:r>
              <a:rPr lang="en-US" sz="3600" i="1" dirty="0">
                <a:solidFill>
                  <a:srgbClr val="7030A0"/>
                </a:solidFill>
                <a:latin typeface="Times New Roman" panose="02020603050405020304" pitchFamily="18" charset="0"/>
                <a:cs typeface="Times New Roman" panose="02020603050405020304" pitchFamily="18" charset="0"/>
              </a:rPr>
              <a:t>Aims &amp; Objectives</a:t>
            </a:r>
          </a:p>
          <a:p>
            <a:pPr marL="457200" indent="-457200">
              <a:buAutoNum type="arabicPeriod"/>
            </a:pPr>
            <a:r>
              <a:rPr lang="en-US" sz="3600" i="1" dirty="0">
                <a:solidFill>
                  <a:srgbClr val="7030A0"/>
                </a:solidFill>
                <a:latin typeface="Times New Roman" panose="02020603050405020304" pitchFamily="18" charset="0"/>
                <a:cs typeface="Times New Roman" panose="02020603050405020304" pitchFamily="18" charset="0"/>
              </a:rPr>
              <a:t>Introduction</a:t>
            </a:r>
          </a:p>
          <a:p>
            <a:pPr marL="457200" indent="-457200">
              <a:buAutoNum type="arabicPeriod"/>
            </a:pPr>
            <a:r>
              <a:rPr lang="en-US" sz="3600" i="1" dirty="0">
                <a:solidFill>
                  <a:srgbClr val="7030A0"/>
                </a:solidFill>
                <a:latin typeface="Times New Roman" panose="02020603050405020304" pitchFamily="18" charset="0"/>
                <a:cs typeface="Times New Roman" panose="02020603050405020304" pitchFamily="18" charset="0"/>
              </a:rPr>
              <a:t>Methodology </a:t>
            </a:r>
          </a:p>
          <a:p>
            <a:pPr marL="457200" indent="-457200">
              <a:buAutoNum type="arabicPeriod"/>
            </a:pPr>
            <a:r>
              <a:rPr lang="en-US" sz="3600" i="1" dirty="0">
                <a:solidFill>
                  <a:srgbClr val="7030A0"/>
                </a:solidFill>
                <a:latin typeface="Times New Roman" panose="02020603050405020304" pitchFamily="18" charset="0"/>
                <a:cs typeface="Times New Roman" panose="02020603050405020304" pitchFamily="18" charset="0"/>
              </a:rPr>
              <a:t>Results</a:t>
            </a:r>
          </a:p>
          <a:p>
            <a:pPr marL="457200" indent="-457200">
              <a:buAutoNum type="arabicPeriod"/>
            </a:pPr>
            <a:r>
              <a:rPr lang="en-US" sz="3600" i="1" dirty="0">
                <a:solidFill>
                  <a:srgbClr val="7030A0"/>
                </a:solidFill>
                <a:latin typeface="Times New Roman" panose="02020603050405020304" pitchFamily="18" charset="0"/>
                <a:cs typeface="Times New Roman" panose="02020603050405020304" pitchFamily="18" charset="0"/>
              </a:rPr>
              <a:t>Discussion</a:t>
            </a:r>
          </a:p>
          <a:p>
            <a:pPr marL="457200" indent="-457200">
              <a:buAutoNum type="arabicPeriod"/>
            </a:pPr>
            <a:r>
              <a:rPr lang="en-US" sz="3600" i="1" dirty="0">
                <a:solidFill>
                  <a:srgbClr val="7030A0"/>
                </a:solidFill>
                <a:latin typeface="Times New Roman" panose="02020603050405020304" pitchFamily="18" charset="0"/>
                <a:cs typeface="Times New Roman" panose="02020603050405020304" pitchFamily="18" charset="0"/>
              </a:rPr>
              <a:t>Conclusion</a:t>
            </a:r>
          </a:p>
          <a:p>
            <a:pPr marL="457200" indent="-457200">
              <a:buAutoNum type="arabicPeriod"/>
            </a:pPr>
            <a:r>
              <a:rPr lang="en-US" sz="3600" i="1" dirty="0">
                <a:solidFill>
                  <a:srgbClr val="7030A0"/>
                </a:solidFill>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088137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EF6837-E763-34F3-D949-E399DA44723A}"/>
              </a:ext>
            </a:extLst>
          </p:cNvPr>
          <p:cNvSpPr>
            <a:spLocks noGrp="1"/>
          </p:cNvSpPr>
          <p:nvPr>
            <p:ph type="sldNum" sz="quarter" idx="12"/>
          </p:nvPr>
        </p:nvSpPr>
        <p:spPr/>
        <p:txBody>
          <a:bodyPr/>
          <a:lstStyle/>
          <a:p>
            <a:pPr defTabSz="685800">
              <a:defRPr/>
            </a:pPr>
            <a:fld id="{0DE654DB-D7C6-4815-9165-BA926D4AC59F}" type="slidenum">
              <a:rPr kumimoji="0" lang="en-US" sz="1800" smtClean="0">
                <a:solidFill>
                  <a:srgbClr val="191B0E"/>
                </a:solidFill>
                <a:latin typeface="Times New Roman" panose="02020603050405020304" pitchFamily="18" charset="0"/>
                <a:cs typeface="Times New Roman" panose="02020603050405020304" pitchFamily="18" charset="0"/>
              </a:rPr>
              <a:pPr defTabSz="685800">
                <a:defRPr/>
              </a:pPr>
              <a:t>3</a:t>
            </a:fld>
            <a:endParaRPr kumimoji="0" lang="en-US" sz="1800" dirty="0">
              <a:solidFill>
                <a:srgbClr val="191B0E"/>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E21B693-5626-DF7C-1D68-0BA85D8FB35D}"/>
              </a:ext>
            </a:extLst>
          </p:cNvPr>
          <p:cNvSpPr/>
          <p:nvPr/>
        </p:nvSpPr>
        <p:spPr>
          <a:xfrm>
            <a:off x="0" y="0"/>
            <a:ext cx="9144000" cy="85275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A4D738-AA0E-8700-08DB-F30B8475FA4E}"/>
              </a:ext>
            </a:extLst>
          </p:cNvPr>
          <p:cNvSpPr txBox="1"/>
          <p:nvPr/>
        </p:nvSpPr>
        <p:spPr>
          <a:xfrm>
            <a:off x="2549275" y="133989"/>
            <a:ext cx="4045449"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1. Aims &amp; Objectives</a:t>
            </a:r>
          </a:p>
        </p:txBody>
      </p:sp>
      <p:sp>
        <p:nvSpPr>
          <p:cNvPr id="4" name="TextBox 3">
            <a:extLst>
              <a:ext uri="{FF2B5EF4-FFF2-40B4-BE49-F238E27FC236}">
                <a16:creationId xmlns:a16="http://schemas.microsoft.com/office/drawing/2014/main" id="{9F1592A4-1C4C-A8BC-DE26-D88354531A0E}"/>
              </a:ext>
            </a:extLst>
          </p:cNvPr>
          <p:cNvSpPr txBox="1"/>
          <p:nvPr/>
        </p:nvSpPr>
        <p:spPr>
          <a:xfrm>
            <a:off x="276837" y="1536174"/>
            <a:ext cx="8409963" cy="3785652"/>
          </a:xfrm>
          <a:prstGeom prst="rect">
            <a:avLst/>
          </a:prstGeom>
          <a:noFill/>
        </p:spPr>
        <p:txBody>
          <a:bodyPr wrap="square" rtlCol="0">
            <a:spAutoFit/>
          </a:bodyPr>
          <a:lstStyle/>
          <a:p>
            <a:pPr marL="342900" indent="-342900" algn="just">
              <a:buAutoNum type="arabicPeriod"/>
            </a:pPr>
            <a:r>
              <a:rPr lang="en-US" sz="2000" dirty="0">
                <a:latin typeface="Times New Roman" panose="02020603050405020304" pitchFamily="18" charset="0"/>
                <a:cs typeface="Times New Roman" panose="02020603050405020304" pitchFamily="18" charset="0"/>
              </a:rPr>
              <a:t>To design a sensor-based circuit that can detect ambient light levels using an LDR (Light Dependent Resistor).</a:t>
            </a:r>
          </a:p>
          <a:p>
            <a:pPr marL="342900" indent="-342900" algn="just">
              <a:buAutoNum type="arabicPeriod"/>
            </a:pPr>
            <a:r>
              <a:rPr lang="en-US" sz="2000" dirty="0">
                <a:latin typeface="Times New Roman" panose="02020603050405020304" pitchFamily="18" charset="0"/>
                <a:cs typeface="Times New Roman" panose="02020603050405020304" pitchFamily="18" charset="0"/>
              </a:rPr>
              <a:t>To automatically switch ON the streetlight when the surrounding light intensity falls below a certain threshold (e.g., during dusk or cloudy weather).</a:t>
            </a:r>
          </a:p>
          <a:p>
            <a:pPr marL="342900" indent="-342900" algn="just">
              <a:buAutoNum type="arabicPeriod"/>
            </a:pPr>
            <a:r>
              <a:rPr lang="en-US" sz="2000" dirty="0">
                <a:latin typeface="Times New Roman" panose="02020603050405020304" pitchFamily="18" charset="0"/>
                <a:cs typeface="Times New Roman" panose="02020603050405020304" pitchFamily="18" charset="0"/>
              </a:rPr>
              <a:t> To switch OFF the streetlight automatically during daylight hours to conserve energy.</a:t>
            </a:r>
          </a:p>
          <a:p>
            <a:pPr marL="342900" indent="-342900" algn="just">
              <a:buAutoNum type="arabicPeriod"/>
            </a:pPr>
            <a:r>
              <a:rPr lang="en-US" sz="2000" dirty="0">
                <a:latin typeface="Times New Roman" panose="02020603050405020304" pitchFamily="18" charset="0"/>
                <a:cs typeface="Times New Roman" panose="02020603050405020304" pitchFamily="18" charset="0"/>
              </a:rPr>
              <a:t>To reduce human effort and operational costs involved in manual switching of streetlights.</a:t>
            </a:r>
          </a:p>
          <a:p>
            <a:pPr marL="342900" indent="-342900" algn="just">
              <a:buAutoNum type="arabicPeriod"/>
            </a:pPr>
            <a:r>
              <a:rPr lang="en-US" sz="2000" dirty="0">
                <a:latin typeface="Times New Roman" panose="02020603050405020304" pitchFamily="18" charset="0"/>
                <a:cs typeface="Times New Roman" panose="02020603050405020304" pitchFamily="18" charset="0"/>
              </a:rPr>
              <a:t>To demonstrate a prototype model of the system with proper component integration and functioning.</a:t>
            </a:r>
          </a:p>
          <a:p>
            <a:pPr marL="342900" indent="-342900" algn="just">
              <a:buAutoNum type="arabicPeriod"/>
            </a:pPr>
            <a:r>
              <a:rPr lang="en-US" sz="2000" dirty="0">
                <a:latin typeface="Times New Roman" panose="02020603050405020304" pitchFamily="18" charset="0"/>
                <a:cs typeface="Times New Roman" panose="02020603050405020304" pitchFamily="18" charset="0"/>
              </a:rPr>
              <a:t>To ensure the system is energy-efficient, reliable, and suitable for real-world outdoor implementation.</a:t>
            </a:r>
          </a:p>
        </p:txBody>
      </p:sp>
    </p:spTree>
    <p:extLst>
      <p:ext uri="{BB962C8B-B14F-4D97-AF65-F5344CB8AC3E}">
        <p14:creationId xmlns:p14="http://schemas.microsoft.com/office/powerpoint/2010/main" val="1760283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EF6837-E763-34F3-D949-E399DA44723A}"/>
              </a:ext>
            </a:extLst>
          </p:cNvPr>
          <p:cNvSpPr>
            <a:spLocks noGrp="1"/>
          </p:cNvSpPr>
          <p:nvPr>
            <p:ph type="sldNum" sz="quarter" idx="12"/>
          </p:nvPr>
        </p:nvSpPr>
        <p:spPr/>
        <p:txBody>
          <a:bodyPr/>
          <a:lstStyle/>
          <a:p>
            <a:pPr defTabSz="685800">
              <a:defRPr/>
            </a:pPr>
            <a:fld id="{0DE654DB-D7C6-4815-9165-BA926D4AC59F}" type="slidenum">
              <a:rPr kumimoji="0" lang="en-US" sz="1800" smtClean="0">
                <a:solidFill>
                  <a:srgbClr val="191B0E"/>
                </a:solidFill>
                <a:latin typeface="Times New Roman" panose="02020603050405020304" pitchFamily="18" charset="0"/>
                <a:cs typeface="Times New Roman" panose="02020603050405020304" pitchFamily="18" charset="0"/>
              </a:rPr>
              <a:pPr defTabSz="685800">
                <a:defRPr/>
              </a:pPr>
              <a:t>4</a:t>
            </a:fld>
            <a:endParaRPr kumimoji="0" lang="en-US" sz="1800" dirty="0">
              <a:solidFill>
                <a:srgbClr val="191B0E"/>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E21B693-5626-DF7C-1D68-0BA85D8FB35D}"/>
              </a:ext>
            </a:extLst>
          </p:cNvPr>
          <p:cNvSpPr/>
          <p:nvPr/>
        </p:nvSpPr>
        <p:spPr>
          <a:xfrm>
            <a:off x="0" y="0"/>
            <a:ext cx="9144000" cy="85275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A4D738-AA0E-8700-08DB-F30B8475FA4E}"/>
              </a:ext>
            </a:extLst>
          </p:cNvPr>
          <p:cNvSpPr txBox="1"/>
          <p:nvPr/>
        </p:nvSpPr>
        <p:spPr>
          <a:xfrm>
            <a:off x="2776591" y="133989"/>
            <a:ext cx="3590818"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2. Introduction</a:t>
            </a:r>
          </a:p>
        </p:txBody>
      </p:sp>
      <p:sp>
        <p:nvSpPr>
          <p:cNvPr id="4" name="TextBox 3">
            <a:extLst>
              <a:ext uri="{FF2B5EF4-FFF2-40B4-BE49-F238E27FC236}">
                <a16:creationId xmlns:a16="http://schemas.microsoft.com/office/drawing/2014/main" id="{DFB6B1B6-8602-BEC8-86D9-100D1B95CD9E}"/>
              </a:ext>
            </a:extLst>
          </p:cNvPr>
          <p:cNvSpPr txBox="1"/>
          <p:nvPr/>
        </p:nvSpPr>
        <p:spPr>
          <a:xfrm>
            <a:off x="158516" y="1303898"/>
            <a:ext cx="5578679" cy="4031873"/>
          </a:xfrm>
          <a:prstGeom prst="rect">
            <a:avLst/>
          </a:prstGeom>
          <a:noFill/>
        </p:spPr>
        <p:txBody>
          <a:bodyPr wrap="square" rtlCol="0">
            <a:spAutoFit/>
          </a:bodyPr>
          <a:lstStyle/>
          <a:p>
            <a:pPr marL="342900" indent="-342900" algn="jus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In today’s world, automation plays a key role in improving efficiency, saving energy, and reducing manual effort. Street lighting is one area where automation can prevent unnecessary power consumption caused by manual switching or fixed timers. This project aims to develop an </a:t>
            </a:r>
            <a:r>
              <a:rPr lang="en-US" sz="1600" b="1" dirty="0">
                <a:latin typeface="Times New Roman" panose="02020603050405020304" pitchFamily="18" charset="0"/>
                <a:cs typeface="Times New Roman" panose="02020603050405020304" pitchFamily="18" charset="0"/>
              </a:rPr>
              <a:t>Automatic Street Light System</a:t>
            </a:r>
            <a:r>
              <a:rPr lang="en-US" sz="1600" dirty="0">
                <a:latin typeface="Times New Roman" panose="02020603050405020304" pitchFamily="18" charset="0"/>
                <a:cs typeface="Times New Roman" panose="02020603050405020304" pitchFamily="18" charset="0"/>
              </a:rPr>
              <a:t> that operates based on ambient light conditions using a </a:t>
            </a:r>
            <a:r>
              <a:rPr lang="en-US" sz="1600" b="1" dirty="0">
                <a:latin typeface="Times New Roman" panose="02020603050405020304" pitchFamily="18" charset="0"/>
                <a:cs typeface="Times New Roman" panose="02020603050405020304" pitchFamily="18" charset="0"/>
              </a:rPr>
              <a:t>Light Dependent Resistor (LDR)</a:t>
            </a:r>
            <a:r>
              <a:rPr lang="en-US" sz="1600" dirty="0">
                <a:latin typeface="Times New Roman" panose="02020603050405020304" pitchFamily="18" charset="0"/>
                <a:cs typeface="Times New Roman" panose="02020603050405020304" pitchFamily="18" charset="0"/>
              </a:rPr>
              <a:t>.</a:t>
            </a:r>
          </a:p>
          <a:p>
            <a:pPr algn="just"/>
            <a:endParaRPr 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The LDR senses the surrounding light level, and when it drops below a set threshold—like during dusk or nighttime—the system automatically turns </a:t>
            </a:r>
            <a:r>
              <a:rPr lang="en-US" sz="1600" b="1" dirty="0">
                <a:latin typeface="Times New Roman" panose="02020603050405020304" pitchFamily="18" charset="0"/>
                <a:cs typeface="Times New Roman" panose="02020603050405020304" pitchFamily="18" charset="0"/>
              </a:rPr>
              <a:t>ON</a:t>
            </a:r>
            <a:r>
              <a:rPr lang="en-US" sz="1600" dirty="0">
                <a:latin typeface="Times New Roman" panose="02020603050405020304" pitchFamily="18" charset="0"/>
                <a:cs typeface="Times New Roman" panose="02020603050405020304" pitchFamily="18" charset="0"/>
              </a:rPr>
              <a:t> the streetlight. When sufficient daylight is detected, the light switches </a:t>
            </a:r>
            <a:r>
              <a:rPr lang="en-US" sz="1600" b="1" dirty="0">
                <a:latin typeface="Times New Roman" panose="02020603050405020304" pitchFamily="18" charset="0"/>
                <a:cs typeface="Times New Roman" panose="02020603050405020304" pitchFamily="18" charset="0"/>
              </a:rPr>
              <a:t>OFF</a:t>
            </a:r>
            <a:r>
              <a:rPr lang="en-US" sz="1600" dirty="0">
                <a:latin typeface="Times New Roman" panose="02020603050405020304" pitchFamily="18" charset="0"/>
                <a:cs typeface="Times New Roman" panose="02020603050405020304" pitchFamily="18" charset="0"/>
              </a:rPr>
              <a:t>. This smart, energy-efficient system uses simple and cost-effective components, making it ideal for both urban and rural applications to promote </a:t>
            </a:r>
            <a:r>
              <a:rPr lang="en-US" sz="1600" b="1" dirty="0">
                <a:latin typeface="Times New Roman" panose="02020603050405020304" pitchFamily="18" charset="0"/>
                <a:cs typeface="Times New Roman" panose="02020603050405020304" pitchFamily="18" charset="0"/>
              </a:rPr>
              <a:t>sustainable energy use</a:t>
            </a:r>
            <a:r>
              <a:rPr lang="en-US" sz="1600" dirty="0">
                <a:latin typeface="Times New Roman" panose="02020603050405020304" pitchFamily="18" charset="0"/>
                <a:cs typeface="Times New Roman" panose="02020603050405020304" pitchFamily="18" charset="0"/>
              </a:rPr>
              <a:t>.</a:t>
            </a:r>
          </a:p>
        </p:txBody>
      </p:sp>
      <p:pic>
        <p:nvPicPr>
          <p:cNvPr id="6" name="Picture 5" descr="A diagram of a circuit&#10;&#10;AI-generated content may be incorrect.">
            <a:extLst>
              <a:ext uri="{FF2B5EF4-FFF2-40B4-BE49-F238E27FC236}">
                <a16:creationId xmlns:a16="http://schemas.microsoft.com/office/drawing/2014/main" id="{65BF1D87-EA4F-F130-92F3-5585835E2C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9622" y="1748747"/>
            <a:ext cx="3749879" cy="2713886"/>
          </a:xfrm>
          <a:prstGeom prst="rect">
            <a:avLst/>
          </a:prstGeom>
        </p:spPr>
      </p:pic>
      <p:sp>
        <p:nvSpPr>
          <p:cNvPr id="7" name="TextBox 6">
            <a:extLst>
              <a:ext uri="{FF2B5EF4-FFF2-40B4-BE49-F238E27FC236}">
                <a16:creationId xmlns:a16="http://schemas.microsoft.com/office/drawing/2014/main" id="{6DBA3E5C-A225-E947-9E11-6BA9B54AA655}"/>
              </a:ext>
            </a:extLst>
          </p:cNvPr>
          <p:cNvSpPr txBox="1"/>
          <p:nvPr/>
        </p:nvSpPr>
        <p:spPr>
          <a:xfrm>
            <a:off x="6073629" y="4437536"/>
            <a:ext cx="2541864"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Figure 1: Circuit Diagram</a:t>
            </a:r>
          </a:p>
        </p:txBody>
      </p:sp>
    </p:spTree>
    <p:extLst>
      <p:ext uri="{BB962C8B-B14F-4D97-AF65-F5344CB8AC3E}">
        <p14:creationId xmlns:p14="http://schemas.microsoft.com/office/powerpoint/2010/main" val="3086836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EF6837-E763-34F3-D949-E399DA44723A}"/>
              </a:ext>
            </a:extLst>
          </p:cNvPr>
          <p:cNvSpPr>
            <a:spLocks noGrp="1"/>
          </p:cNvSpPr>
          <p:nvPr>
            <p:ph type="sldNum" sz="quarter" idx="12"/>
          </p:nvPr>
        </p:nvSpPr>
        <p:spPr/>
        <p:txBody>
          <a:bodyPr/>
          <a:lstStyle/>
          <a:p>
            <a:pPr defTabSz="685800">
              <a:defRPr/>
            </a:pPr>
            <a:fld id="{0DE654DB-D7C6-4815-9165-BA926D4AC59F}" type="slidenum">
              <a:rPr kumimoji="0" lang="en-US" sz="1800" smtClean="0">
                <a:solidFill>
                  <a:srgbClr val="191B0E"/>
                </a:solidFill>
                <a:latin typeface="Times New Roman" panose="02020603050405020304" pitchFamily="18" charset="0"/>
                <a:cs typeface="Times New Roman" panose="02020603050405020304" pitchFamily="18" charset="0"/>
              </a:rPr>
              <a:pPr defTabSz="685800">
                <a:defRPr/>
              </a:pPr>
              <a:t>5</a:t>
            </a:fld>
            <a:endParaRPr kumimoji="0" lang="en-US" sz="1800">
              <a:solidFill>
                <a:srgbClr val="191B0E"/>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E21B693-5626-DF7C-1D68-0BA85D8FB35D}"/>
              </a:ext>
            </a:extLst>
          </p:cNvPr>
          <p:cNvSpPr/>
          <p:nvPr/>
        </p:nvSpPr>
        <p:spPr>
          <a:xfrm>
            <a:off x="0" y="0"/>
            <a:ext cx="9144000" cy="85275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A4D738-AA0E-8700-08DB-F30B8475FA4E}"/>
              </a:ext>
            </a:extLst>
          </p:cNvPr>
          <p:cNvSpPr txBox="1"/>
          <p:nvPr/>
        </p:nvSpPr>
        <p:spPr>
          <a:xfrm>
            <a:off x="2776591" y="133989"/>
            <a:ext cx="3590818"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3. Methodology</a:t>
            </a:r>
          </a:p>
        </p:txBody>
      </p:sp>
      <p:sp>
        <p:nvSpPr>
          <p:cNvPr id="4" name="TextBox 3">
            <a:extLst>
              <a:ext uri="{FF2B5EF4-FFF2-40B4-BE49-F238E27FC236}">
                <a16:creationId xmlns:a16="http://schemas.microsoft.com/office/drawing/2014/main" id="{FC02F68F-A70D-F2BD-50FA-9A68DC895B7C}"/>
              </a:ext>
            </a:extLst>
          </p:cNvPr>
          <p:cNvSpPr txBox="1"/>
          <p:nvPr/>
        </p:nvSpPr>
        <p:spPr>
          <a:xfrm>
            <a:off x="205365" y="1043731"/>
            <a:ext cx="5142451" cy="4770537"/>
          </a:xfrm>
          <a:prstGeom prst="rect">
            <a:avLst/>
          </a:prstGeom>
          <a:noFill/>
        </p:spPr>
        <p:txBody>
          <a:bodyPr wrap="square" rtlCol="0">
            <a:spAutoFit/>
          </a:bodyPr>
          <a:lstStyle/>
          <a:p>
            <a:pPr algn="just">
              <a:buNone/>
            </a:pPr>
            <a:r>
              <a:rPr lang="en-US" sz="1600" b="1" u="sng" dirty="0">
                <a:solidFill>
                  <a:srgbClr val="00B0F0"/>
                </a:solidFill>
                <a:latin typeface="Times New Roman" panose="02020603050405020304" pitchFamily="18" charset="0"/>
                <a:cs typeface="Times New Roman" panose="02020603050405020304" pitchFamily="18" charset="0"/>
              </a:rPr>
              <a:t>Light Sensing:</a:t>
            </a:r>
            <a:r>
              <a:rPr lang="en-US" sz="1600" u="sng" dirty="0">
                <a:solidFill>
                  <a:srgbClr val="00B0F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LDR detects ambient light intensity and generates a voltage signal that decreases as the surrounding light fades.</a:t>
            </a:r>
          </a:p>
          <a:p>
            <a:pPr algn="just">
              <a:buNone/>
            </a:pPr>
            <a:endParaRPr lang="en-US" sz="1600" dirty="0">
              <a:latin typeface="Times New Roman" panose="02020603050405020304" pitchFamily="18" charset="0"/>
              <a:cs typeface="Times New Roman" panose="02020603050405020304" pitchFamily="18" charset="0"/>
            </a:endParaRPr>
          </a:p>
          <a:p>
            <a:pPr algn="just">
              <a:buNone/>
            </a:pPr>
            <a:r>
              <a:rPr lang="en-US" sz="1600" b="1" u="sng" dirty="0">
                <a:solidFill>
                  <a:srgbClr val="00B0F0"/>
                </a:solidFill>
                <a:latin typeface="Times New Roman" panose="02020603050405020304" pitchFamily="18" charset="0"/>
                <a:cs typeface="Times New Roman" panose="02020603050405020304" pitchFamily="18" charset="0"/>
              </a:rPr>
              <a:t>Transistor Switching:</a:t>
            </a:r>
            <a:r>
              <a:rPr lang="en-US" sz="1600" u="sng" dirty="0">
                <a:solidFill>
                  <a:srgbClr val="00B0F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BC547A transistor receives the voltage signal from the LDR through a voltage divider. When it gets dark, the reduced voltage at the base allows the transistor to conduct.</a:t>
            </a:r>
          </a:p>
          <a:p>
            <a:pPr algn="just">
              <a:buNone/>
            </a:pPr>
            <a:endParaRPr lang="en-US" sz="1600" dirty="0">
              <a:latin typeface="Times New Roman" panose="02020603050405020304" pitchFamily="18" charset="0"/>
              <a:cs typeface="Times New Roman" panose="02020603050405020304" pitchFamily="18" charset="0"/>
            </a:endParaRPr>
          </a:p>
          <a:p>
            <a:pPr algn="just">
              <a:buNone/>
            </a:pPr>
            <a:r>
              <a:rPr lang="en-US" sz="1600" b="1" u="sng" dirty="0">
                <a:solidFill>
                  <a:srgbClr val="00B0F0"/>
                </a:solidFill>
                <a:latin typeface="Times New Roman" panose="02020603050405020304" pitchFamily="18" charset="0"/>
                <a:cs typeface="Times New Roman" panose="02020603050405020304" pitchFamily="18" charset="0"/>
              </a:rPr>
              <a:t>LED Activation:</a:t>
            </a:r>
            <a:r>
              <a:rPr lang="en-US" sz="1600" u="sng" dirty="0">
                <a:solidFill>
                  <a:srgbClr val="00B0F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In low light or darkness, the transistor switches </a:t>
            </a:r>
            <a:r>
              <a:rPr lang="en-US" sz="1600" b="1" dirty="0">
                <a:latin typeface="Times New Roman" panose="02020603050405020304" pitchFamily="18" charset="0"/>
                <a:cs typeface="Times New Roman" panose="02020603050405020304" pitchFamily="18" charset="0"/>
              </a:rPr>
              <a:t>ON</a:t>
            </a:r>
            <a:r>
              <a:rPr lang="en-US" sz="1600" dirty="0">
                <a:latin typeface="Times New Roman" panose="02020603050405020304" pitchFamily="18" charset="0"/>
                <a:cs typeface="Times New Roman" panose="02020603050405020304" pitchFamily="18" charset="0"/>
              </a:rPr>
              <a:t>, allowing current to flow through the LED, which </a:t>
            </a:r>
            <a:r>
              <a:rPr lang="en-US" sz="1600" b="1" dirty="0">
                <a:latin typeface="Times New Roman" panose="02020603050405020304" pitchFamily="18" charset="0"/>
                <a:cs typeface="Times New Roman" panose="02020603050405020304" pitchFamily="18" charset="0"/>
              </a:rPr>
              <a:t>lights up</a:t>
            </a:r>
            <a:r>
              <a:rPr lang="en-US" sz="1600" dirty="0">
                <a:latin typeface="Times New Roman" panose="02020603050405020304" pitchFamily="18" charset="0"/>
                <a:cs typeface="Times New Roman" panose="02020603050405020304" pitchFamily="18" charset="0"/>
              </a:rPr>
              <a:t>. In bright light, the transistor remains </a:t>
            </a:r>
            <a:r>
              <a:rPr lang="en-US" sz="1600" b="1" dirty="0">
                <a:latin typeface="Times New Roman" panose="02020603050405020304" pitchFamily="18" charset="0"/>
                <a:cs typeface="Times New Roman" panose="02020603050405020304" pitchFamily="18" charset="0"/>
              </a:rPr>
              <a:t>OFF</a:t>
            </a:r>
            <a:r>
              <a:rPr lang="en-US" sz="1600" dirty="0">
                <a:latin typeface="Times New Roman" panose="02020603050405020304" pitchFamily="18" charset="0"/>
                <a:cs typeface="Times New Roman" panose="02020603050405020304" pitchFamily="18" charset="0"/>
              </a:rPr>
              <a:t>, keeping the LED off.</a:t>
            </a:r>
          </a:p>
          <a:p>
            <a:pPr algn="just">
              <a:buNone/>
            </a:pPr>
            <a:endParaRPr lang="en-US" sz="1600" dirty="0">
              <a:latin typeface="Times New Roman" panose="02020603050405020304" pitchFamily="18" charset="0"/>
              <a:cs typeface="Times New Roman" panose="02020603050405020304" pitchFamily="18" charset="0"/>
            </a:endParaRPr>
          </a:p>
          <a:p>
            <a:pPr algn="just"/>
            <a:r>
              <a:rPr lang="en-US" sz="1600" b="1" u="sng" dirty="0">
                <a:solidFill>
                  <a:srgbClr val="00B0F0"/>
                </a:solidFill>
                <a:latin typeface="Times New Roman" panose="02020603050405020304" pitchFamily="18" charset="0"/>
                <a:cs typeface="Times New Roman" panose="02020603050405020304" pitchFamily="18" charset="0"/>
              </a:rPr>
              <a:t>Testing:</a:t>
            </a:r>
            <a:r>
              <a:rPr lang="en-US" sz="1600" u="sng" dirty="0">
                <a:solidFill>
                  <a:srgbClr val="00B0F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circuit was tested in various lighting conditions (daylight, shade, and complete darkness) to verify that the LED activates accurately in the absence of light.</a:t>
            </a:r>
          </a:p>
          <a:p>
            <a:endParaRPr lang="en-US" sz="1600" dirty="0"/>
          </a:p>
        </p:txBody>
      </p:sp>
      <p:pic>
        <p:nvPicPr>
          <p:cNvPr id="10" name="Picture 9" descr="A circuit board with wires connected to it&#10;&#10;AI-generated content may be incorrect.">
            <a:extLst>
              <a:ext uri="{FF2B5EF4-FFF2-40B4-BE49-F238E27FC236}">
                <a16:creationId xmlns:a16="http://schemas.microsoft.com/office/drawing/2014/main" id="{02C04261-11B1-EE49-F9C2-1A4F908ECB32}"/>
              </a:ext>
            </a:extLst>
          </p:cNvPr>
          <p:cNvPicPr>
            <a:picLocks noChangeAspect="1"/>
          </p:cNvPicPr>
          <p:nvPr/>
        </p:nvPicPr>
        <p:blipFill>
          <a:blip r:embed="rId3" cstate="print">
            <a:extLst>
              <a:ext uri="{28A0092B-C50C-407E-A947-70E740481C1C}">
                <a14:useLocalDpi xmlns:a14="http://schemas.microsoft.com/office/drawing/2010/main" val="0"/>
              </a:ext>
            </a:extLst>
          </a:blip>
          <a:srcRect l="2246" t="6156" r="2246" b="24281"/>
          <a:stretch/>
        </p:blipFill>
        <p:spPr>
          <a:xfrm>
            <a:off x="5626122" y="1218171"/>
            <a:ext cx="3206472" cy="1902534"/>
          </a:xfrm>
          <a:prstGeom prst="rect">
            <a:avLst/>
          </a:prstGeom>
        </p:spPr>
      </p:pic>
      <p:pic>
        <p:nvPicPr>
          <p:cNvPr id="11" name="Picture 10">
            <a:extLst>
              <a:ext uri="{FF2B5EF4-FFF2-40B4-BE49-F238E27FC236}">
                <a16:creationId xmlns:a16="http://schemas.microsoft.com/office/drawing/2014/main" id="{11FFB07C-53B2-05E2-B238-A73C0F6AC562}"/>
              </a:ext>
            </a:extLst>
          </p:cNvPr>
          <p:cNvPicPr>
            <a:picLocks noChangeAspect="1"/>
          </p:cNvPicPr>
          <p:nvPr/>
        </p:nvPicPr>
        <p:blipFill>
          <a:blip r:embed="rId4"/>
          <a:srcRect l="3406" t="3792" r="3406" b="25137"/>
          <a:stretch/>
        </p:blipFill>
        <p:spPr>
          <a:xfrm>
            <a:off x="5626122" y="3642700"/>
            <a:ext cx="3206472" cy="1834059"/>
          </a:xfrm>
          <a:prstGeom prst="rect">
            <a:avLst/>
          </a:prstGeom>
        </p:spPr>
      </p:pic>
      <p:sp>
        <p:nvSpPr>
          <p:cNvPr id="12" name="TextBox 11">
            <a:extLst>
              <a:ext uri="{FF2B5EF4-FFF2-40B4-BE49-F238E27FC236}">
                <a16:creationId xmlns:a16="http://schemas.microsoft.com/office/drawing/2014/main" id="{89BB69A9-A381-EE1D-6800-CBBA79278A1A}"/>
              </a:ext>
            </a:extLst>
          </p:cNvPr>
          <p:cNvSpPr txBox="1"/>
          <p:nvPr/>
        </p:nvSpPr>
        <p:spPr>
          <a:xfrm>
            <a:off x="5410899" y="3178344"/>
            <a:ext cx="465589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Figure 2: Hardware Demonstration (In Daylight)</a:t>
            </a:r>
          </a:p>
        </p:txBody>
      </p:sp>
      <p:sp>
        <p:nvSpPr>
          <p:cNvPr id="13" name="TextBox 12">
            <a:extLst>
              <a:ext uri="{FF2B5EF4-FFF2-40B4-BE49-F238E27FC236}">
                <a16:creationId xmlns:a16="http://schemas.microsoft.com/office/drawing/2014/main" id="{76E83A51-3CE2-F15B-6E10-8A73C40AC65B}"/>
              </a:ext>
            </a:extLst>
          </p:cNvPr>
          <p:cNvSpPr txBox="1"/>
          <p:nvPr/>
        </p:nvSpPr>
        <p:spPr>
          <a:xfrm>
            <a:off x="5347816" y="5564130"/>
            <a:ext cx="465589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Figure 3: Hardware Demonstration (In Darkness)</a:t>
            </a:r>
          </a:p>
        </p:txBody>
      </p:sp>
    </p:spTree>
    <p:extLst>
      <p:ext uri="{BB962C8B-B14F-4D97-AF65-F5344CB8AC3E}">
        <p14:creationId xmlns:p14="http://schemas.microsoft.com/office/powerpoint/2010/main" val="1203989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EF6837-E763-34F3-D949-E399DA44723A}"/>
              </a:ext>
            </a:extLst>
          </p:cNvPr>
          <p:cNvSpPr>
            <a:spLocks noGrp="1"/>
          </p:cNvSpPr>
          <p:nvPr>
            <p:ph type="sldNum" sz="quarter" idx="12"/>
          </p:nvPr>
        </p:nvSpPr>
        <p:spPr/>
        <p:txBody>
          <a:bodyPr/>
          <a:lstStyle/>
          <a:p>
            <a:pPr defTabSz="685800">
              <a:defRPr/>
            </a:pPr>
            <a:fld id="{0DE654DB-D7C6-4815-9165-BA926D4AC59F}" type="slidenum">
              <a:rPr kumimoji="0" lang="en-US" sz="1800" smtClean="0">
                <a:solidFill>
                  <a:srgbClr val="191B0E"/>
                </a:solidFill>
                <a:latin typeface="Times New Roman" panose="02020603050405020304" pitchFamily="18" charset="0"/>
                <a:cs typeface="Times New Roman" panose="02020603050405020304" pitchFamily="18" charset="0"/>
              </a:rPr>
              <a:pPr defTabSz="685800">
                <a:defRPr/>
              </a:pPr>
              <a:t>6</a:t>
            </a:fld>
            <a:endParaRPr kumimoji="0" lang="en-US" sz="1800">
              <a:solidFill>
                <a:srgbClr val="191B0E"/>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E21B693-5626-DF7C-1D68-0BA85D8FB35D}"/>
              </a:ext>
            </a:extLst>
          </p:cNvPr>
          <p:cNvSpPr/>
          <p:nvPr/>
        </p:nvSpPr>
        <p:spPr>
          <a:xfrm>
            <a:off x="0" y="1"/>
            <a:ext cx="9144000" cy="62905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A4D738-AA0E-8700-08DB-F30B8475FA4E}"/>
              </a:ext>
            </a:extLst>
          </p:cNvPr>
          <p:cNvSpPr txBox="1"/>
          <p:nvPr/>
        </p:nvSpPr>
        <p:spPr>
          <a:xfrm>
            <a:off x="2776591" y="44285"/>
            <a:ext cx="3590818"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4. Results</a:t>
            </a:r>
          </a:p>
        </p:txBody>
      </p:sp>
      <p:sp>
        <p:nvSpPr>
          <p:cNvPr id="4" name="TextBox 3">
            <a:extLst>
              <a:ext uri="{FF2B5EF4-FFF2-40B4-BE49-F238E27FC236}">
                <a16:creationId xmlns:a16="http://schemas.microsoft.com/office/drawing/2014/main" id="{634E5947-7D25-C6EF-7DC5-982FF3B73E1A}"/>
              </a:ext>
            </a:extLst>
          </p:cNvPr>
          <p:cNvSpPr txBox="1"/>
          <p:nvPr/>
        </p:nvSpPr>
        <p:spPr>
          <a:xfrm>
            <a:off x="169712" y="943303"/>
            <a:ext cx="5213758" cy="3785652"/>
          </a:xfrm>
          <a:prstGeom prst="rect">
            <a:avLst/>
          </a:prstGeom>
          <a:noFill/>
        </p:spPr>
        <p:txBody>
          <a:bodyPr wrap="square" rtlCol="0">
            <a:spAutoFit/>
          </a:bodyPr>
          <a:lstStyle/>
          <a:p>
            <a:pPr marL="342900" indent="-342900" algn="jus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The automatic street light system successfully detected changes in ambient light using the LDR sensor. </a:t>
            </a:r>
          </a:p>
          <a:p>
            <a:pPr marL="342900" indent="-342900" algn="jus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The streetlight (represented by an LED) turned ON automatically in low-light conditions (e.g., darkness or shadow).</a:t>
            </a:r>
          </a:p>
          <a:p>
            <a:pPr marL="342900" indent="-342900" algn="jus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The LED turned OFF automatically in bright light conditions (e.g., sunlight or strong artificial light).</a:t>
            </a:r>
          </a:p>
          <a:p>
            <a:pPr marL="342900" indent="-342900" algn="jus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The system responded accurately and promptly to changing light levels without the need for manual control. </a:t>
            </a:r>
          </a:p>
          <a:p>
            <a:pPr marL="342900" indent="-342900" algn="jus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Power consumption was reduced, as the light only operated when necessary. </a:t>
            </a:r>
          </a:p>
          <a:p>
            <a:pPr marL="342900" indent="-342900" algn="jus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The prototype demonstrated reliable and consistent performance during multiple tests under different lighting environments.</a:t>
            </a:r>
          </a:p>
        </p:txBody>
      </p:sp>
      <p:pic>
        <p:nvPicPr>
          <p:cNvPr id="6" name="Picture 5">
            <a:extLst>
              <a:ext uri="{FF2B5EF4-FFF2-40B4-BE49-F238E27FC236}">
                <a16:creationId xmlns:a16="http://schemas.microsoft.com/office/drawing/2014/main" id="{31BC35B8-4DFE-10AA-86C6-6562FA9C1070}"/>
              </a:ext>
            </a:extLst>
          </p:cNvPr>
          <p:cNvPicPr>
            <a:picLocks noChangeAspect="1"/>
          </p:cNvPicPr>
          <p:nvPr/>
        </p:nvPicPr>
        <p:blipFill>
          <a:blip r:embed="rId3"/>
          <a:srcRect l="3207" t="3380" r="15077" b="7152"/>
          <a:stretch/>
        </p:blipFill>
        <p:spPr>
          <a:xfrm>
            <a:off x="5498074" y="3622855"/>
            <a:ext cx="3476214" cy="2149362"/>
          </a:xfrm>
          <a:prstGeom prst="rect">
            <a:avLst/>
          </a:prstGeom>
        </p:spPr>
      </p:pic>
      <p:pic>
        <p:nvPicPr>
          <p:cNvPr id="7" name="Picture 6">
            <a:extLst>
              <a:ext uri="{FF2B5EF4-FFF2-40B4-BE49-F238E27FC236}">
                <a16:creationId xmlns:a16="http://schemas.microsoft.com/office/drawing/2014/main" id="{2B3178A2-EF8E-B13C-4806-9A2101AA9558}"/>
              </a:ext>
            </a:extLst>
          </p:cNvPr>
          <p:cNvPicPr>
            <a:picLocks noChangeAspect="1"/>
          </p:cNvPicPr>
          <p:nvPr/>
        </p:nvPicPr>
        <p:blipFill>
          <a:blip r:embed="rId4"/>
          <a:srcRect l="1745" t="3559" r="15554" b="10084"/>
          <a:stretch/>
        </p:blipFill>
        <p:spPr>
          <a:xfrm>
            <a:off x="5498074" y="760709"/>
            <a:ext cx="3476214" cy="2516381"/>
          </a:xfrm>
          <a:prstGeom prst="rect">
            <a:avLst/>
          </a:prstGeom>
        </p:spPr>
      </p:pic>
      <p:sp>
        <p:nvSpPr>
          <p:cNvPr id="8" name="TextBox 7">
            <a:extLst>
              <a:ext uri="{FF2B5EF4-FFF2-40B4-BE49-F238E27FC236}">
                <a16:creationId xmlns:a16="http://schemas.microsoft.com/office/drawing/2014/main" id="{13D512A4-4D53-46CA-05FD-257E572A58EB}"/>
              </a:ext>
            </a:extLst>
          </p:cNvPr>
          <p:cNvSpPr txBox="1"/>
          <p:nvPr/>
        </p:nvSpPr>
        <p:spPr>
          <a:xfrm>
            <a:off x="6096000" y="3311793"/>
            <a:ext cx="2541864"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Figure 4: Simulated Diagram</a:t>
            </a:r>
          </a:p>
        </p:txBody>
      </p:sp>
      <p:sp>
        <p:nvSpPr>
          <p:cNvPr id="9" name="TextBox 8">
            <a:extLst>
              <a:ext uri="{FF2B5EF4-FFF2-40B4-BE49-F238E27FC236}">
                <a16:creationId xmlns:a16="http://schemas.microsoft.com/office/drawing/2014/main" id="{095E6A81-CC3A-3FA9-1607-4D2FE6AE98CE}"/>
              </a:ext>
            </a:extLst>
          </p:cNvPr>
          <p:cNvSpPr txBox="1"/>
          <p:nvPr/>
        </p:nvSpPr>
        <p:spPr>
          <a:xfrm>
            <a:off x="6096000" y="5772217"/>
            <a:ext cx="2541864"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Figure 5: Simulated Diagram</a:t>
            </a:r>
          </a:p>
        </p:txBody>
      </p:sp>
    </p:spTree>
    <p:extLst>
      <p:ext uri="{BB962C8B-B14F-4D97-AF65-F5344CB8AC3E}">
        <p14:creationId xmlns:p14="http://schemas.microsoft.com/office/powerpoint/2010/main" val="895054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EF6837-E763-34F3-D949-E399DA44723A}"/>
              </a:ext>
            </a:extLst>
          </p:cNvPr>
          <p:cNvSpPr>
            <a:spLocks noGrp="1"/>
          </p:cNvSpPr>
          <p:nvPr>
            <p:ph type="sldNum" sz="quarter" idx="12"/>
          </p:nvPr>
        </p:nvSpPr>
        <p:spPr/>
        <p:txBody>
          <a:bodyPr/>
          <a:lstStyle/>
          <a:p>
            <a:pPr defTabSz="685800">
              <a:defRPr/>
            </a:pPr>
            <a:fld id="{0DE654DB-D7C6-4815-9165-BA926D4AC59F}" type="slidenum">
              <a:rPr kumimoji="0" lang="en-US" sz="1800" smtClean="0">
                <a:solidFill>
                  <a:srgbClr val="191B0E"/>
                </a:solidFill>
                <a:latin typeface="Times New Roman" panose="02020603050405020304" pitchFamily="18" charset="0"/>
                <a:cs typeface="Times New Roman" panose="02020603050405020304" pitchFamily="18" charset="0"/>
              </a:rPr>
              <a:pPr defTabSz="685800">
                <a:defRPr/>
              </a:pPr>
              <a:t>7</a:t>
            </a:fld>
            <a:endParaRPr kumimoji="0" lang="en-US" sz="1800">
              <a:solidFill>
                <a:srgbClr val="191B0E"/>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E21B693-5626-DF7C-1D68-0BA85D8FB35D}"/>
              </a:ext>
            </a:extLst>
          </p:cNvPr>
          <p:cNvSpPr/>
          <p:nvPr/>
        </p:nvSpPr>
        <p:spPr>
          <a:xfrm>
            <a:off x="0" y="0"/>
            <a:ext cx="9144000" cy="85275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A4D738-AA0E-8700-08DB-F30B8475FA4E}"/>
              </a:ext>
            </a:extLst>
          </p:cNvPr>
          <p:cNvSpPr txBox="1"/>
          <p:nvPr/>
        </p:nvSpPr>
        <p:spPr>
          <a:xfrm>
            <a:off x="2776591" y="133989"/>
            <a:ext cx="3590818"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5. Discussion</a:t>
            </a:r>
          </a:p>
        </p:txBody>
      </p:sp>
      <p:sp>
        <p:nvSpPr>
          <p:cNvPr id="4" name="TextBox 3">
            <a:extLst>
              <a:ext uri="{FF2B5EF4-FFF2-40B4-BE49-F238E27FC236}">
                <a16:creationId xmlns:a16="http://schemas.microsoft.com/office/drawing/2014/main" id="{ED9237C3-E8AC-97A8-FD56-6243A71F04D3}"/>
              </a:ext>
            </a:extLst>
          </p:cNvPr>
          <p:cNvSpPr txBox="1"/>
          <p:nvPr/>
        </p:nvSpPr>
        <p:spPr>
          <a:xfrm>
            <a:off x="335560" y="1635852"/>
            <a:ext cx="8615493" cy="2554545"/>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Automatic Street Light System worked effectively by turning the LED on in low light and off in bright conditions. The LDR senses ambient light, and its resistance changes accordingly. In darkness, the increased resistance causes the transistor (BC547P) to switch ON, allowing current to light the LED. In bright light, the transistor stays OFF, and the LED remains off. Testing under various conditions confirmed reliable and accurate switching. The circuit is simple, cost-effective, and suitable for real-life applications like automatic night lights and solar garden lighting.</a:t>
            </a:r>
          </a:p>
        </p:txBody>
      </p:sp>
    </p:spTree>
    <p:extLst>
      <p:ext uri="{BB962C8B-B14F-4D97-AF65-F5344CB8AC3E}">
        <p14:creationId xmlns:p14="http://schemas.microsoft.com/office/powerpoint/2010/main" val="1952962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EF6837-E763-34F3-D949-E399DA44723A}"/>
              </a:ext>
            </a:extLst>
          </p:cNvPr>
          <p:cNvSpPr>
            <a:spLocks noGrp="1"/>
          </p:cNvSpPr>
          <p:nvPr>
            <p:ph type="sldNum" sz="quarter" idx="12"/>
          </p:nvPr>
        </p:nvSpPr>
        <p:spPr/>
        <p:txBody>
          <a:bodyPr/>
          <a:lstStyle/>
          <a:p>
            <a:pPr defTabSz="685800">
              <a:defRPr/>
            </a:pPr>
            <a:fld id="{0DE654DB-D7C6-4815-9165-BA926D4AC59F}" type="slidenum">
              <a:rPr kumimoji="0" lang="en-US" sz="1800" smtClean="0">
                <a:solidFill>
                  <a:srgbClr val="191B0E"/>
                </a:solidFill>
                <a:latin typeface="Times New Roman" panose="02020603050405020304" pitchFamily="18" charset="0"/>
                <a:cs typeface="Times New Roman" panose="02020603050405020304" pitchFamily="18" charset="0"/>
              </a:rPr>
              <a:pPr defTabSz="685800">
                <a:defRPr/>
              </a:pPr>
              <a:t>8</a:t>
            </a:fld>
            <a:endParaRPr kumimoji="0" lang="en-US" sz="1800" dirty="0">
              <a:solidFill>
                <a:srgbClr val="191B0E"/>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E21B693-5626-DF7C-1D68-0BA85D8FB35D}"/>
              </a:ext>
            </a:extLst>
          </p:cNvPr>
          <p:cNvSpPr/>
          <p:nvPr/>
        </p:nvSpPr>
        <p:spPr>
          <a:xfrm>
            <a:off x="0" y="0"/>
            <a:ext cx="9144000" cy="85275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A4D738-AA0E-8700-08DB-F30B8475FA4E}"/>
              </a:ext>
            </a:extLst>
          </p:cNvPr>
          <p:cNvSpPr txBox="1"/>
          <p:nvPr/>
        </p:nvSpPr>
        <p:spPr>
          <a:xfrm>
            <a:off x="2776591" y="133989"/>
            <a:ext cx="3590818"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6. Conclusion</a:t>
            </a:r>
          </a:p>
        </p:txBody>
      </p:sp>
      <p:sp>
        <p:nvSpPr>
          <p:cNvPr id="4" name="TextBox 3">
            <a:extLst>
              <a:ext uri="{FF2B5EF4-FFF2-40B4-BE49-F238E27FC236}">
                <a16:creationId xmlns:a16="http://schemas.microsoft.com/office/drawing/2014/main" id="{8210D642-3B9D-036E-F9D8-5C0A7BC98051}"/>
              </a:ext>
            </a:extLst>
          </p:cNvPr>
          <p:cNvSpPr txBox="1"/>
          <p:nvPr/>
        </p:nvSpPr>
        <p:spPr>
          <a:xfrm>
            <a:off x="255864" y="1350627"/>
            <a:ext cx="8632271" cy="3785652"/>
          </a:xfrm>
          <a:prstGeom prst="rect">
            <a:avLst/>
          </a:prstGeom>
          <a:noFill/>
        </p:spPr>
        <p:txBody>
          <a:bodyPr wrap="square" rtlCol="0">
            <a:spAutoFit/>
          </a:bodyPr>
          <a:lstStyle/>
          <a:p>
            <a:pPr marL="342900" indent="-342900"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Automatic Street Light System was successfully designed and implemented using an LDR and a BC547 transistor. The system effectively responded to changes in ambient light, turning the light ON in darkness and OFF in daylight without any manual intervention. This project demonstrates a simple, low-cost, and energy-efficient solution for automating street lighting.</a:t>
            </a:r>
          </a:p>
          <a:p>
            <a:pPr marL="342900" indent="-342900" algn="just">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By reducing unnecessary power consumption and human effort, this system contributes to energy conservation and can be scaled for real-world applications. The project also highlights how basic electronic components can be used to build functional and practical automation systems. Future improvements can include features like motion sensors, timers, or solar power for enhanced efficiency and Sustainability</a:t>
            </a:r>
          </a:p>
        </p:txBody>
      </p:sp>
    </p:spTree>
    <p:extLst>
      <p:ext uri="{BB962C8B-B14F-4D97-AF65-F5344CB8AC3E}">
        <p14:creationId xmlns:p14="http://schemas.microsoft.com/office/powerpoint/2010/main" val="3150944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EF6837-E763-34F3-D949-E399DA44723A}"/>
              </a:ext>
            </a:extLst>
          </p:cNvPr>
          <p:cNvSpPr>
            <a:spLocks noGrp="1"/>
          </p:cNvSpPr>
          <p:nvPr>
            <p:ph type="sldNum" sz="quarter" idx="12"/>
          </p:nvPr>
        </p:nvSpPr>
        <p:spPr/>
        <p:txBody>
          <a:bodyPr/>
          <a:lstStyle/>
          <a:p>
            <a:pPr defTabSz="685800">
              <a:defRPr/>
            </a:pPr>
            <a:fld id="{0DE654DB-D7C6-4815-9165-BA926D4AC59F}" type="slidenum">
              <a:rPr kumimoji="0" lang="en-US" sz="1800" smtClean="0">
                <a:solidFill>
                  <a:srgbClr val="191B0E"/>
                </a:solidFill>
                <a:latin typeface="Times New Roman" panose="02020603050405020304" pitchFamily="18" charset="0"/>
                <a:cs typeface="Times New Roman" panose="02020603050405020304" pitchFamily="18" charset="0"/>
              </a:rPr>
              <a:pPr defTabSz="685800">
                <a:defRPr/>
              </a:pPr>
              <a:t>9</a:t>
            </a:fld>
            <a:endParaRPr kumimoji="0" lang="en-US" sz="1800">
              <a:solidFill>
                <a:srgbClr val="191B0E"/>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E21B693-5626-DF7C-1D68-0BA85D8FB35D}"/>
              </a:ext>
            </a:extLst>
          </p:cNvPr>
          <p:cNvSpPr/>
          <p:nvPr/>
        </p:nvSpPr>
        <p:spPr>
          <a:xfrm>
            <a:off x="0" y="0"/>
            <a:ext cx="9144000" cy="85275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A4D738-AA0E-8700-08DB-F30B8475FA4E}"/>
              </a:ext>
            </a:extLst>
          </p:cNvPr>
          <p:cNvSpPr txBox="1"/>
          <p:nvPr/>
        </p:nvSpPr>
        <p:spPr>
          <a:xfrm>
            <a:off x="2776591" y="133989"/>
            <a:ext cx="3590818"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7. References</a:t>
            </a:r>
          </a:p>
        </p:txBody>
      </p:sp>
      <p:sp>
        <p:nvSpPr>
          <p:cNvPr id="6" name="Rectangle 1">
            <a:extLst>
              <a:ext uri="{FF2B5EF4-FFF2-40B4-BE49-F238E27FC236}">
                <a16:creationId xmlns:a16="http://schemas.microsoft.com/office/drawing/2014/main" id="{CB31C151-FA26-9F53-C56E-25B0926AAA24}"/>
              </a:ext>
            </a:extLst>
          </p:cNvPr>
          <p:cNvSpPr>
            <a:spLocks noChangeArrowheads="1"/>
          </p:cNvSpPr>
          <p:nvPr/>
        </p:nvSpPr>
        <p:spPr bwMode="auto">
          <a:xfrm rot="10800000" flipV="1">
            <a:off x="375405" y="877915"/>
            <a:ext cx="7265615" cy="4864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nSpc>
                <a:spcPct val="107000"/>
              </a:lnSpc>
              <a:spcBef>
                <a:spcPts val="0"/>
              </a:spcBef>
              <a:spcAft>
                <a:spcPts val="0"/>
              </a:spcAft>
              <a:buFont typeface="Wingdings" panose="05000000000000000000" pitchFamily="2" charset="2"/>
              <a:buChar char=""/>
            </a:pPr>
            <a:r>
              <a:rPr lang="en-US" sz="2000" b="1" kern="0" dirty="0" err="1">
                <a:effectLst/>
                <a:latin typeface="Times New Roman" panose="02020603050405020304" pitchFamily="18" charset="0"/>
                <a:ea typeface="Times New Roman" panose="02020603050405020304" pitchFamily="18" charset="0"/>
                <a:cs typeface="Vrinda" panose="020B0502040204020203" pitchFamily="34" charset="0"/>
              </a:rPr>
              <a:t>Boylestad</a:t>
            </a:r>
            <a:r>
              <a:rPr lang="en-US" sz="2000" b="1" kern="0" dirty="0">
                <a:effectLst/>
                <a:latin typeface="Times New Roman" panose="02020603050405020304" pitchFamily="18" charset="0"/>
                <a:ea typeface="Times New Roman" panose="02020603050405020304" pitchFamily="18" charset="0"/>
                <a:cs typeface="Vrinda" panose="020B0502040204020203" pitchFamily="34" charset="0"/>
              </a:rPr>
              <a:t>, R. L., &amp; </a:t>
            </a:r>
            <a:r>
              <a:rPr lang="en-US" sz="2000" b="1" kern="0" dirty="0" err="1">
                <a:effectLst/>
                <a:latin typeface="Times New Roman" panose="02020603050405020304" pitchFamily="18" charset="0"/>
                <a:ea typeface="Times New Roman" panose="02020603050405020304" pitchFamily="18" charset="0"/>
                <a:cs typeface="Vrinda" panose="020B0502040204020203" pitchFamily="34" charset="0"/>
              </a:rPr>
              <a:t>Nashelsky</a:t>
            </a:r>
            <a:r>
              <a:rPr lang="en-US" sz="2000" b="1" kern="0" dirty="0">
                <a:effectLst/>
                <a:latin typeface="Times New Roman" panose="02020603050405020304" pitchFamily="18" charset="0"/>
                <a:ea typeface="Times New Roman" panose="02020603050405020304" pitchFamily="18" charset="0"/>
                <a:cs typeface="Vrinda" panose="020B0502040204020203" pitchFamily="34" charset="0"/>
              </a:rPr>
              <a:t>, L. (2009).</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a:t>
            </a:r>
            <a:r>
              <a:rPr lang="en-US" sz="2000" i="1" kern="0" dirty="0">
                <a:effectLst/>
                <a:latin typeface="Times New Roman" panose="02020603050405020304" pitchFamily="18" charset="0"/>
                <a:ea typeface="Times New Roman" panose="02020603050405020304" pitchFamily="18" charset="0"/>
                <a:cs typeface="Vrinda" panose="020B0502040204020203" pitchFamily="34" charset="0"/>
              </a:rPr>
              <a:t>Electronic Devices and Circuit Theory</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(11th ed.). Pearson Education.</a:t>
            </a:r>
            <a:endParaRPr lang="en-US" sz="2000" kern="100" dirty="0">
              <a:effectLst/>
              <a:latin typeface="Aptos"/>
              <a:ea typeface="Aptos"/>
              <a:cs typeface="Vrinda" panose="020B0502040204020203" pitchFamily="34" charset="0"/>
            </a:endParaRPr>
          </a:p>
          <a:p>
            <a:pPr marR="0" lvl="0">
              <a:lnSpc>
                <a:spcPct val="107000"/>
              </a:lnSpc>
              <a:spcBef>
                <a:spcPts val="0"/>
              </a:spcBef>
              <a:spcAft>
                <a:spcPts val="800"/>
              </a:spcAft>
            </a:pP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Chapter 3: </a:t>
            </a:r>
            <a:r>
              <a:rPr lang="en-US" sz="2000" i="1" kern="0" dirty="0">
                <a:effectLst/>
                <a:latin typeface="Times New Roman" panose="02020603050405020304" pitchFamily="18" charset="0"/>
                <a:ea typeface="Times New Roman" panose="02020603050405020304" pitchFamily="18" charset="0"/>
                <a:cs typeface="Vrinda" panose="020B0502040204020203" pitchFamily="34" charset="0"/>
              </a:rPr>
              <a:t>Diodes and Applications</a:t>
            </a:r>
            <a:endParaRPr lang="en-US" sz="2000" kern="100" dirty="0">
              <a:effectLst/>
              <a:latin typeface="Aptos"/>
              <a:ea typeface="Aptos"/>
              <a:cs typeface="Vrinda" panose="020B0502040204020203" pitchFamily="34" charset="0"/>
            </a:endParaRPr>
          </a:p>
          <a:p>
            <a:pPr marL="342900" marR="0" lvl="0" indent="-342900">
              <a:lnSpc>
                <a:spcPct val="107000"/>
              </a:lnSpc>
              <a:spcBef>
                <a:spcPts val="0"/>
              </a:spcBef>
              <a:spcAft>
                <a:spcPts val="800"/>
              </a:spcAft>
              <a:buFont typeface="Wingdings" panose="05000000000000000000" pitchFamily="2" charset="2"/>
              <a:buChar char=""/>
            </a:pPr>
            <a:r>
              <a:rPr lang="en-US" sz="2000" b="1" kern="0" dirty="0">
                <a:effectLst/>
                <a:latin typeface="Times New Roman" panose="02020603050405020304" pitchFamily="18" charset="0"/>
                <a:ea typeface="Times New Roman" panose="02020603050405020304" pitchFamily="18" charset="0"/>
                <a:cs typeface="Vrinda" panose="020B0502040204020203" pitchFamily="34" charset="0"/>
              </a:rPr>
              <a:t>Electrical Technology. (2013, April).</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a:t>
            </a:r>
            <a:r>
              <a:rPr lang="en-US" sz="2000" i="1" kern="0" dirty="0">
                <a:effectLst/>
                <a:latin typeface="Times New Roman" panose="02020603050405020304" pitchFamily="18" charset="0"/>
                <a:ea typeface="Times New Roman" panose="02020603050405020304" pitchFamily="18" charset="0"/>
                <a:cs typeface="Vrinda" panose="020B0502040204020203" pitchFamily="34" charset="0"/>
              </a:rPr>
              <a:t>Automatic Street Light Control Circuit using LDR &amp; Transistor.</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Retrieved from (</a:t>
            </a:r>
            <a:r>
              <a:rPr lang="en-US" sz="2000" u="sng" kern="0" dirty="0">
                <a:solidFill>
                  <a:srgbClr val="0000FF"/>
                </a:solidFill>
                <a:effectLst/>
                <a:latin typeface="Times New Roman" panose="02020603050405020304" pitchFamily="18" charset="0"/>
                <a:ea typeface="Times New Roman" panose="02020603050405020304" pitchFamily="18" charset="0"/>
                <a:cs typeface="Vrinda" panose="020B0502040204020203" pitchFamily="34" charset="0"/>
                <a:hlinkClick r:id="rId2" tooltip="Automatic Street Light Control Circuit using LDR &amp; Transistor"/>
              </a:rPr>
              <a:t>Electrical Technology</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a:t>
            </a:r>
            <a:endParaRPr lang="en-US" sz="2000" kern="100" dirty="0">
              <a:effectLst/>
              <a:latin typeface="Aptos"/>
              <a:ea typeface="Aptos"/>
              <a:cs typeface="Vrinda" panose="020B0502040204020203" pitchFamily="34" charset="0"/>
            </a:endParaRPr>
          </a:p>
          <a:p>
            <a:pPr marL="342900" marR="0" lvl="0" indent="-342900">
              <a:lnSpc>
                <a:spcPct val="107000"/>
              </a:lnSpc>
              <a:spcBef>
                <a:spcPts val="0"/>
              </a:spcBef>
              <a:spcAft>
                <a:spcPts val="800"/>
              </a:spcAft>
              <a:buFont typeface="Wingdings" panose="05000000000000000000" pitchFamily="2" charset="2"/>
              <a:buChar char=""/>
            </a:pPr>
            <a:r>
              <a:rPr lang="en-US" sz="2000" b="1" kern="0" dirty="0">
                <a:effectLst/>
                <a:latin typeface="Times New Roman" panose="02020603050405020304" pitchFamily="18" charset="0"/>
                <a:ea typeface="Times New Roman" panose="02020603050405020304" pitchFamily="18" charset="0"/>
                <a:cs typeface="Vrinda" panose="020B0502040204020203" pitchFamily="34" charset="0"/>
              </a:rPr>
              <a:t>Easy Electronics Project. (2020, April 15).</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a:t>
            </a:r>
            <a:r>
              <a:rPr lang="en-US" sz="2000" i="1" kern="0" dirty="0">
                <a:effectLst/>
                <a:latin typeface="Times New Roman" panose="02020603050405020304" pitchFamily="18" charset="0"/>
                <a:ea typeface="Times New Roman" panose="02020603050405020304" pitchFamily="18" charset="0"/>
                <a:cs typeface="Vrinda" panose="020B0502040204020203" pitchFamily="34" charset="0"/>
              </a:rPr>
              <a:t>Automatic Street Light with LDR.</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Retrieved from (</a:t>
            </a:r>
            <a:r>
              <a:rPr lang="en-US" sz="2000" u="sng" kern="0" dirty="0">
                <a:solidFill>
                  <a:srgbClr val="0000FF"/>
                </a:solidFill>
                <a:effectLst/>
                <a:latin typeface="Times New Roman" panose="02020603050405020304" pitchFamily="18" charset="0"/>
                <a:ea typeface="Times New Roman" panose="02020603050405020304" pitchFamily="18" charset="0"/>
                <a:cs typeface="Vrinda" panose="020B0502040204020203" pitchFamily="34" charset="0"/>
                <a:hlinkClick r:id="rId3" tooltip="Automatic street light using LDR &amp; BC547 - Electronics Projects"/>
              </a:rPr>
              <a:t>Electronics Projects</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a:t>
            </a:r>
            <a:endParaRPr lang="en-US" sz="2000" kern="100" dirty="0">
              <a:effectLst/>
              <a:latin typeface="Aptos"/>
              <a:ea typeface="Aptos"/>
              <a:cs typeface="Vrinda" panose="020B0502040204020203" pitchFamily="34" charset="0"/>
            </a:endParaRPr>
          </a:p>
          <a:p>
            <a:pPr marL="342900" marR="0" lvl="0" indent="-342900">
              <a:lnSpc>
                <a:spcPct val="107000"/>
              </a:lnSpc>
              <a:spcBef>
                <a:spcPts val="0"/>
              </a:spcBef>
              <a:spcAft>
                <a:spcPts val="800"/>
              </a:spcAft>
              <a:buFont typeface="Wingdings" panose="05000000000000000000" pitchFamily="2" charset="2"/>
              <a:buChar char=""/>
            </a:pPr>
            <a:r>
              <a:rPr lang="en-US" sz="2000" b="1" kern="0" dirty="0" err="1">
                <a:effectLst/>
                <a:latin typeface="Times New Roman" panose="02020603050405020304" pitchFamily="18" charset="0"/>
                <a:ea typeface="Times New Roman" panose="02020603050405020304" pitchFamily="18" charset="0"/>
                <a:cs typeface="Vrinda" panose="020B0502040204020203" pitchFamily="34" charset="0"/>
              </a:rPr>
              <a:t>ElectronicWings</a:t>
            </a:r>
            <a:r>
              <a:rPr lang="en-US" sz="2000" b="1" kern="0" dirty="0">
                <a:effectLst/>
                <a:latin typeface="Times New Roman" panose="02020603050405020304" pitchFamily="18" charset="0"/>
                <a:ea typeface="Times New Roman" panose="02020603050405020304" pitchFamily="18" charset="0"/>
                <a:cs typeface="Vrinda" panose="020B0502040204020203" pitchFamily="34" charset="0"/>
              </a:rPr>
              <a:t>. (2020, September 29).</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a:t>
            </a:r>
            <a:r>
              <a:rPr lang="en-US" sz="2000" i="1" kern="0" dirty="0">
                <a:effectLst/>
                <a:latin typeface="Times New Roman" panose="02020603050405020304" pitchFamily="18" charset="0"/>
                <a:ea typeface="Times New Roman" panose="02020603050405020304" pitchFamily="18" charset="0"/>
                <a:cs typeface="Vrinda" panose="020B0502040204020203" pitchFamily="34" charset="0"/>
              </a:rPr>
              <a:t>Automatic Street Light Controller.</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Retrieved from (</a:t>
            </a:r>
            <a:r>
              <a:rPr lang="en-US" sz="2000" u="sng" kern="0" dirty="0" err="1">
                <a:solidFill>
                  <a:srgbClr val="0000FF"/>
                </a:solidFill>
                <a:effectLst/>
                <a:latin typeface="Times New Roman" panose="02020603050405020304" pitchFamily="18" charset="0"/>
                <a:ea typeface="Times New Roman" panose="02020603050405020304" pitchFamily="18" charset="0"/>
                <a:cs typeface="Vrinda" panose="020B0502040204020203" pitchFamily="34" charset="0"/>
                <a:hlinkClick r:id="rId4" tooltip="Automatic Street Light Controller | project"/>
              </a:rPr>
              <a:t>ElectronicWings</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a:t>
            </a:r>
            <a:endParaRPr lang="en-US" sz="2000" kern="100" dirty="0">
              <a:effectLst/>
              <a:latin typeface="Aptos"/>
              <a:ea typeface="Aptos"/>
              <a:cs typeface="Vrinda" panose="020B0502040204020203" pitchFamily="34" charset="0"/>
            </a:endParaRPr>
          </a:p>
          <a:p>
            <a:pPr marL="342900" marR="0" lvl="0" indent="-342900">
              <a:lnSpc>
                <a:spcPct val="107000"/>
              </a:lnSpc>
              <a:spcBef>
                <a:spcPts val="0"/>
              </a:spcBef>
              <a:spcAft>
                <a:spcPts val="800"/>
              </a:spcAft>
              <a:buFont typeface="Wingdings" panose="05000000000000000000" pitchFamily="2" charset="2"/>
              <a:buChar char=""/>
            </a:pPr>
            <a:r>
              <a:rPr lang="en-US" sz="2000" b="1" kern="0" dirty="0" err="1">
                <a:effectLst/>
                <a:latin typeface="Times New Roman" panose="02020603050405020304" pitchFamily="18" charset="0"/>
                <a:ea typeface="Times New Roman" panose="02020603050405020304" pitchFamily="18" charset="0"/>
                <a:cs typeface="Vrinda" panose="020B0502040204020203" pitchFamily="34" charset="0"/>
              </a:rPr>
              <a:t>TRONICSpro</a:t>
            </a:r>
            <a:r>
              <a:rPr lang="en-US" sz="2000" b="1" kern="0" dirty="0">
                <a:effectLst/>
                <a:latin typeface="Times New Roman" panose="02020603050405020304" pitchFamily="18" charset="0"/>
                <a:ea typeface="Times New Roman" panose="02020603050405020304" pitchFamily="18" charset="0"/>
                <a:cs typeface="Vrinda" panose="020B0502040204020203" pitchFamily="34" charset="0"/>
              </a:rPr>
              <a:t>. (n.d.).</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a:t>
            </a:r>
            <a:r>
              <a:rPr lang="en-US" sz="2000" i="1" kern="0" dirty="0">
                <a:effectLst/>
                <a:latin typeface="Times New Roman" panose="02020603050405020304" pitchFamily="18" charset="0"/>
                <a:ea typeface="Times New Roman" panose="02020603050405020304" pitchFamily="18" charset="0"/>
                <a:cs typeface="Vrinda" panose="020B0502040204020203" pitchFamily="34" charset="0"/>
              </a:rPr>
              <a:t>How to Make Automatic Street Light Controller.</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 Retrieved from (</a:t>
            </a:r>
            <a:r>
              <a:rPr lang="en-US" sz="2000" u="sng" kern="0" dirty="0" err="1">
                <a:solidFill>
                  <a:srgbClr val="0000FF"/>
                </a:solidFill>
                <a:effectLst/>
                <a:latin typeface="Times New Roman" panose="02020603050405020304" pitchFamily="18" charset="0"/>
                <a:ea typeface="Times New Roman" panose="02020603050405020304" pitchFamily="18" charset="0"/>
                <a:cs typeface="Vrinda" panose="020B0502040204020203" pitchFamily="34" charset="0"/>
                <a:hlinkClick r:id="rId5" tooltip="How to Make Automatic Street Light Controller - TRONICSpro"/>
              </a:rPr>
              <a:t>TRONICSpro</a:t>
            </a:r>
            <a:r>
              <a:rPr lang="en-US" sz="2000" kern="0" dirty="0">
                <a:effectLst/>
                <a:latin typeface="Times New Roman" panose="02020603050405020304" pitchFamily="18" charset="0"/>
                <a:ea typeface="Times New Roman" panose="02020603050405020304" pitchFamily="18" charset="0"/>
                <a:cs typeface="Vrinda" panose="020B0502040204020203" pitchFamily="34" charset="0"/>
              </a:rPr>
              <a:t>)</a:t>
            </a:r>
            <a:endParaRPr lang="en-US" sz="2000" kern="100" dirty="0">
              <a:effectLst/>
              <a:latin typeface="Aptos"/>
              <a:ea typeface="Aptos"/>
              <a:cs typeface="Vrinda" panose="020B0502040204020203"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6186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B60151-275B-234C-B96C-372251543F9B}"/>
              </a:ext>
            </a:extLst>
          </p:cNvPr>
          <p:cNvSpPr>
            <a:spLocks noGrp="1"/>
          </p:cNvSpPr>
          <p:nvPr>
            <p:ph type="sldNum" sz="quarter" idx="12"/>
          </p:nvPr>
        </p:nvSpPr>
        <p:spPr/>
        <p:txBody>
          <a:bodyPr/>
          <a:lstStyle/>
          <a:p>
            <a:pPr>
              <a:defRPr/>
            </a:pPr>
            <a:fld id="{47F6B988-E08C-4CCC-98F2-2921209802BF}" type="slidenum">
              <a:rPr lang="ja-JP" altLang="en-US" sz="1800" smtClean="0">
                <a:solidFill>
                  <a:schemeClr val="tx1"/>
                </a:solidFill>
                <a:latin typeface="Times New Roman" panose="02020603050405020304" pitchFamily="18" charset="0"/>
                <a:cs typeface="Times New Roman" panose="02020603050405020304" pitchFamily="18" charset="0"/>
              </a:rPr>
              <a:pPr>
                <a:defRPr/>
              </a:pPr>
              <a:t>10</a:t>
            </a:fld>
            <a:endParaRPr lang="ja-JP" altLang="en-US" sz="1800" dirty="0">
              <a:solidFill>
                <a:schemeClr val="tx1"/>
              </a:solidFill>
              <a:latin typeface="Times New Roman" panose="02020603050405020304" pitchFamily="18" charset="0"/>
              <a:cs typeface="Times New Roman" panose="02020603050405020304" pitchFamily="18" charset="0"/>
            </a:endParaRPr>
          </a:p>
        </p:txBody>
      </p:sp>
      <p:pic>
        <p:nvPicPr>
          <p:cNvPr id="1030" name="Picture 6" descr="Architecture | AIUB">
            <a:extLst>
              <a:ext uri="{FF2B5EF4-FFF2-40B4-BE49-F238E27FC236}">
                <a16:creationId xmlns:a16="http://schemas.microsoft.com/office/drawing/2014/main" id="{9C4F54D5-F909-CADF-466E-565344A0F0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42481"/>
            <a:ext cx="9144000" cy="520899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CBEA8F9D-28B9-547A-0356-19E4D60BFEE6}"/>
              </a:ext>
            </a:extLst>
          </p:cNvPr>
          <p:cNvSpPr/>
          <p:nvPr/>
        </p:nvSpPr>
        <p:spPr>
          <a:xfrm>
            <a:off x="0" y="0"/>
            <a:ext cx="9144000" cy="85275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4"/>
          <p:cNvSpPr>
            <a:spLocks noChangeArrowheads="1"/>
          </p:cNvSpPr>
          <p:nvPr/>
        </p:nvSpPr>
        <p:spPr bwMode="auto">
          <a:xfrm>
            <a:off x="1464068" y="-24476"/>
            <a:ext cx="62158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algn="ctr" eaLnBrk="1" hangingPunct="1">
              <a:spcBef>
                <a:spcPts val="1200"/>
              </a:spcBef>
              <a:buFontTx/>
              <a:buNone/>
            </a:pPr>
            <a:r>
              <a:rPr lang="en-US" altLang="ja-JP" sz="4800" b="1" dirty="0">
                <a:solidFill>
                  <a:srgbClr val="C00000"/>
                </a:solidFill>
                <a:latin typeface="Times New Roman" panose="02020603050405020304" pitchFamily="18" charset="0"/>
                <a:cs typeface="Times New Roman" panose="02020603050405020304" pitchFamily="18" charset="0"/>
              </a:rPr>
              <a:t>Thanks for listening</a:t>
            </a:r>
          </a:p>
        </p:txBody>
      </p:sp>
    </p:spTree>
    <p:extLst>
      <p:ext uri="{BB962C8B-B14F-4D97-AF65-F5344CB8AC3E}">
        <p14:creationId xmlns:p14="http://schemas.microsoft.com/office/powerpoint/2010/main" val="4115622563"/>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02E072E0-9131-4F2B-BBDD-0C6C09A0DDB9}" vid="{96902E53-7297-44C2-A73C-48ADE784363B}"/>
    </a:ext>
  </a:extLst>
</a:theme>
</file>

<file path=ppt/theme/theme2.xml><?xml version="1.0" encoding="utf-8"?>
<a:theme xmlns:a="http://schemas.openxmlformats.org/drawingml/2006/main" name="1_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02E072E0-9131-4F2B-BBDD-0C6C09A0DDB9}" vid="{96902E53-7297-44C2-A73C-48ADE784363B}"/>
    </a:ext>
  </a:extLst>
</a:theme>
</file>

<file path=ppt/theme/theme3.xml><?xml version="1.0" encoding="utf-8"?>
<a:theme xmlns:a="http://schemas.openxmlformats.org/drawingml/2006/main" name="2_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02E072E0-9131-4F2B-BBDD-0C6C09A0DDB9}" vid="{96902E53-7297-44C2-A73C-48ADE784363B}"/>
    </a:ext>
  </a:extLst>
</a:theme>
</file>

<file path=ppt/theme/theme4.xml><?xml version="1.0" encoding="utf-8"?>
<a:theme xmlns:a="http://schemas.openxmlformats.org/drawingml/2006/main" name="3_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02E072E0-9131-4F2B-BBDD-0C6C09A0DDB9}" vid="{96902E53-7297-44C2-A73C-48ADE784363B}"/>
    </a:ext>
  </a:extLst>
</a:theme>
</file>

<file path=ppt/theme/theme5.xml><?xml version="1.0" encoding="utf-8"?>
<a:theme xmlns:a="http://schemas.openxmlformats.org/drawingml/2006/main" name="4_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02E072E0-9131-4F2B-BBDD-0C6C09A0DDB9}" vid="{96902E53-7297-44C2-A73C-48ADE784363B}"/>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03E5BDC5C551145B693F0E5668ABB8D" ma:contentTypeVersion="3" ma:contentTypeDescription="Create a new document." ma:contentTypeScope="" ma:versionID="264a204121950b4e2a600f3c5248fd72">
  <xsd:schema xmlns:xsd="http://www.w3.org/2001/XMLSchema" xmlns:xs="http://www.w3.org/2001/XMLSchema" xmlns:p="http://schemas.microsoft.com/office/2006/metadata/properties" xmlns:ns2="8323ff4e-5af7-4051-9371-eadce3aee04b" targetNamespace="http://schemas.microsoft.com/office/2006/metadata/properties" ma:root="true" ma:fieldsID="9fa8bcd29ede334e0e5723b4a87a0299" ns2:_="">
    <xsd:import namespace="8323ff4e-5af7-4051-9371-eadce3aee04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23ff4e-5af7-4051-9371-eadce3aee0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47C26E1-F229-47AA-96B7-8AD5392F4E65}">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4EECAEC-49D9-4279-B6F3-FB3E24A6A0A5}">
  <ds:schemaRefs>
    <ds:schemaRef ds:uri="http://schemas.microsoft.com/sharepoint/v3/contenttype/forms"/>
  </ds:schemaRefs>
</ds:datastoreItem>
</file>

<file path=customXml/itemProps3.xml><?xml version="1.0" encoding="utf-8"?>
<ds:datastoreItem xmlns:ds="http://schemas.openxmlformats.org/officeDocument/2006/customXml" ds:itemID="{13B4172E-C0EB-4D4F-9FF2-BDE2A8A195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23ff4e-5af7-4051-9371-eadce3aee0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1647</TotalTime>
  <Words>1545</Words>
  <Application>Microsoft Office PowerPoint</Application>
  <PresentationFormat>On-screen Show (4:3)</PresentationFormat>
  <Paragraphs>121</Paragraphs>
  <Slides>10</Slides>
  <Notes>3</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10</vt:i4>
      </vt:variant>
    </vt:vector>
  </HeadingPairs>
  <TitlesOfParts>
    <vt:vector size="23" baseType="lpstr">
      <vt:lpstr>-apple-system</vt:lpstr>
      <vt:lpstr>Aptos</vt:lpstr>
      <vt:lpstr>Arial</vt:lpstr>
      <vt:lpstr>Calibri</vt:lpstr>
      <vt:lpstr>Cambria</vt:lpstr>
      <vt:lpstr>Franklin Gothic Book</vt:lpstr>
      <vt:lpstr>Times New Roman</vt:lpstr>
      <vt:lpstr>Wingdings</vt:lpstr>
      <vt:lpstr>Theme1</vt:lpstr>
      <vt:lpstr>1_Theme1</vt:lpstr>
      <vt:lpstr>2_Theme1</vt:lpstr>
      <vt:lpstr>3_Theme1</vt:lpstr>
      <vt:lpstr>4_Theme1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CLIPPERS</dc:title>
  <dc:creator>Md. Mamunur Rashid</dc:creator>
  <cp:lastModifiedBy>ASMA</cp:lastModifiedBy>
  <cp:revision>217</cp:revision>
  <dcterms:created xsi:type="dcterms:W3CDTF">2016-06-11T11:25:17Z</dcterms:created>
  <dcterms:modified xsi:type="dcterms:W3CDTF">2025-06-01T08:50:19Z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0x010100A03E5BDC5C551145B693F0E5668ABB8D</vt:lpwstr>
  </property>
</Properties>
</file>